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8_B460FD5A.xml" ContentType="application/vnd.ms-powerpoint.comment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4"/>
  </p:sldMasterIdLst>
  <p:notesMasterIdLst>
    <p:notesMasterId r:id="rId7"/>
  </p:notesMasterIdLst>
  <p:sldIdLst>
    <p:sldId id="264" r:id="rId5"/>
    <p:sldId id="261" r:id="rId6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AEAB46-4DB8-4EBD-8B56-FDF417E9C9AC}" name="Marco Martin" initials="MM" userId="S::marco.martin@swissairtainer.com::a9cb9bca-6544-438b-8087-e330860a3e94" providerId="AD"/>
  <p188:author id="{B647F989-6AC3-888E-17D3-F96558FAE45E}" name="Alexis Gervaix" initials="AG" userId="S::alexis.gervaix@swissairtainer.com::f33ad6e2-10db-4796-b502-4bdb1f58e031" providerId="AD"/>
  <p188:author id="{4FE683F4-254F-1397-0E78-AB9A365237D8}" name="Maxime Kohler" initials="MK" userId="S::maxime.kohler@swissairtainer.com::6fc84a47-88c8-436f-9020-030c6cac2d4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7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B5FC46-CA97-4853-B8F5-6ABF220F1F29}" v="4" dt="2023-08-14T14:56:22.187"/>
    <p1510:client id="{7C2FD3FF-6CC0-496C-9189-54A8FD2B3A26}" v="403" dt="2023-08-14T14:32:35.468"/>
    <p1510:client id="{8C209237-3ABF-4404-A65C-DB0D9DDA0D05}" v="496" dt="2023-08-14T14:37:54.693"/>
    <p1510:client id="{CDDE78E9-7949-4CA8-BDAE-FF225877CF68}" v="5" vWet="9" dt="2023-08-14T07:20:39.354"/>
    <p1510:client id="{D6A35EF0-603D-9C6A-EE19-C1A3177CF2CB}" v="16" dt="2023-08-14T13:57:49.4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02" autoAdjust="0"/>
    <p:restoredTop sz="96149" autoAdjust="0"/>
  </p:normalViewPr>
  <p:slideViewPr>
    <p:cSldViewPr snapToGrid="0">
      <p:cViewPr varScale="1">
        <p:scale>
          <a:sx n="105" d="100"/>
          <a:sy n="105" d="100"/>
        </p:scale>
        <p:origin x="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 Seligman" userId="S::eduard.seligman@swissairtainer.com::ca699d49-fa6c-4a26-b2be-4b762b20db51" providerId="AD" clId="Web-{EF12F0AA-A309-8290-2623-B12E1052C250}"/>
    <pc:docChg chg="modSld">
      <pc:chgData name="Eduard Seligman" userId="S::eduard.seligman@swissairtainer.com::ca699d49-fa6c-4a26-b2be-4b762b20db51" providerId="AD" clId="Web-{EF12F0AA-A309-8290-2623-B12E1052C250}" dt="2023-08-10T09:26:44.125" v="1" actId="1076"/>
      <pc:docMkLst>
        <pc:docMk/>
      </pc:docMkLst>
      <pc:sldChg chg="modSp">
        <pc:chgData name="Eduard Seligman" userId="S::eduard.seligman@swissairtainer.com::ca699d49-fa6c-4a26-b2be-4b762b20db51" providerId="AD" clId="Web-{EF12F0AA-A309-8290-2623-B12E1052C250}" dt="2023-08-10T09:26:44.125" v="1" actId="1076"/>
        <pc:sldMkLst>
          <pc:docMk/>
          <pc:sldMk cId="379094213" sldId="260"/>
        </pc:sldMkLst>
        <pc:picChg chg="mod">
          <ac:chgData name="Eduard Seligman" userId="S::eduard.seligman@swissairtainer.com::ca699d49-fa6c-4a26-b2be-4b762b20db51" providerId="AD" clId="Web-{EF12F0AA-A309-8290-2623-B12E1052C250}" dt="2023-08-10T09:26:41.047" v="0" actId="1076"/>
          <ac:picMkLst>
            <pc:docMk/>
            <pc:sldMk cId="379094213" sldId="260"/>
            <ac:picMk id="26" creationId="{9B8D2BF8-6735-A594-BA63-1A16D38A76BC}"/>
          </ac:picMkLst>
        </pc:picChg>
        <pc:picChg chg="mod">
          <ac:chgData name="Eduard Seligman" userId="S::eduard.seligman@swissairtainer.com::ca699d49-fa6c-4a26-b2be-4b762b20db51" providerId="AD" clId="Web-{EF12F0AA-A309-8290-2623-B12E1052C250}" dt="2023-08-10T09:26:44.125" v="1" actId="1076"/>
          <ac:picMkLst>
            <pc:docMk/>
            <pc:sldMk cId="379094213" sldId="260"/>
            <ac:picMk id="2182" creationId="{EB80303E-704C-F409-AD3B-818707B7C2FC}"/>
          </ac:picMkLst>
        </pc:picChg>
      </pc:sldChg>
    </pc:docChg>
  </pc:docChgLst>
  <pc:docChgLst>
    <pc:chgData name="Alexis Gervaix" userId="f33ad6e2-10db-4796-b502-4bdb1f58e031" providerId="ADAL" clId="{DC6E29EB-1631-4DC9-903E-C4E18C4E95B3}"/>
    <pc:docChg chg="undo custSel delSld modSld">
      <pc:chgData name="Alexis Gervaix" userId="f33ad6e2-10db-4796-b502-4bdb1f58e031" providerId="ADAL" clId="{DC6E29EB-1631-4DC9-903E-C4E18C4E95B3}" dt="2023-07-25T11:52:38.542" v="131" actId="20577"/>
      <pc:docMkLst>
        <pc:docMk/>
      </pc:docMkLst>
      <pc:sldChg chg="addSp modSp mod">
        <pc:chgData name="Alexis Gervaix" userId="f33ad6e2-10db-4796-b502-4bdb1f58e031" providerId="ADAL" clId="{DC6E29EB-1631-4DC9-903E-C4E18C4E95B3}" dt="2023-07-25T11:52:38.542" v="131" actId="20577"/>
        <pc:sldMkLst>
          <pc:docMk/>
          <pc:sldMk cId="427758632" sldId="256"/>
        </pc:sldMkLst>
        <pc:spChg chg="add mod">
          <ac:chgData name="Alexis Gervaix" userId="f33ad6e2-10db-4796-b502-4bdb1f58e031" providerId="ADAL" clId="{DC6E29EB-1631-4DC9-903E-C4E18C4E95B3}" dt="2023-07-25T11:52:38.542" v="131" actId="20577"/>
          <ac:spMkLst>
            <pc:docMk/>
            <pc:sldMk cId="427758632" sldId="256"/>
            <ac:spMk id="8" creationId="{70741BE6-2668-5651-5F87-BCD33E0A851F}"/>
          </ac:spMkLst>
        </pc:spChg>
        <pc:spChg chg="mod">
          <ac:chgData name="Alexis Gervaix" userId="f33ad6e2-10db-4796-b502-4bdb1f58e031" providerId="ADAL" clId="{DC6E29EB-1631-4DC9-903E-C4E18C4E95B3}" dt="2023-07-25T11:50:29.338" v="58" actId="1076"/>
          <ac:spMkLst>
            <pc:docMk/>
            <pc:sldMk cId="427758632" sldId="256"/>
            <ac:spMk id="10" creationId="{0BD9C466-8659-2B9C-D57B-CAC911F99808}"/>
          </ac:spMkLst>
        </pc:spChg>
        <pc:spChg chg="mod">
          <ac:chgData name="Alexis Gervaix" userId="f33ad6e2-10db-4796-b502-4bdb1f58e031" providerId="ADAL" clId="{DC6E29EB-1631-4DC9-903E-C4E18C4E95B3}" dt="2023-07-25T11:50:29.338" v="58" actId="1076"/>
          <ac:spMkLst>
            <pc:docMk/>
            <pc:sldMk cId="427758632" sldId="256"/>
            <ac:spMk id="11" creationId="{5D5D650B-5143-3234-B238-DAFD0DD8EB96}"/>
          </ac:spMkLst>
        </pc:spChg>
        <pc:spChg chg="mod">
          <ac:chgData name="Alexis Gervaix" userId="f33ad6e2-10db-4796-b502-4bdb1f58e031" providerId="ADAL" clId="{DC6E29EB-1631-4DC9-903E-C4E18C4E95B3}" dt="2023-07-25T11:50:29.338" v="58" actId="1076"/>
          <ac:spMkLst>
            <pc:docMk/>
            <pc:sldMk cId="427758632" sldId="256"/>
            <ac:spMk id="14" creationId="{5F5F7D2C-6CCE-9CAC-5F9E-5D4898C247E6}"/>
          </ac:spMkLst>
        </pc:spChg>
        <pc:spChg chg="mod">
          <ac:chgData name="Alexis Gervaix" userId="f33ad6e2-10db-4796-b502-4bdb1f58e031" providerId="ADAL" clId="{DC6E29EB-1631-4DC9-903E-C4E18C4E95B3}" dt="2023-07-25T11:50:29.338" v="58" actId="1076"/>
          <ac:spMkLst>
            <pc:docMk/>
            <pc:sldMk cId="427758632" sldId="256"/>
            <ac:spMk id="16" creationId="{DCFDBD37-908C-C856-B258-FFECB4614705}"/>
          </ac:spMkLst>
        </pc:spChg>
        <pc:spChg chg="mod">
          <ac:chgData name="Alexis Gervaix" userId="f33ad6e2-10db-4796-b502-4bdb1f58e031" providerId="ADAL" clId="{DC6E29EB-1631-4DC9-903E-C4E18C4E95B3}" dt="2023-07-25T11:50:29.338" v="58" actId="1076"/>
          <ac:spMkLst>
            <pc:docMk/>
            <pc:sldMk cId="427758632" sldId="256"/>
            <ac:spMk id="19" creationId="{5E339E5F-46B6-4F9C-2631-8EF8E89B76DC}"/>
          </ac:spMkLst>
        </pc:spChg>
        <pc:spChg chg="mod">
          <ac:chgData name="Alexis Gervaix" userId="f33ad6e2-10db-4796-b502-4bdb1f58e031" providerId="ADAL" clId="{DC6E29EB-1631-4DC9-903E-C4E18C4E95B3}" dt="2023-07-25T11:50:29.338" v="58" actId="1076"/>
          <ac:spMkLst>
            <pc:docMk/>
            <pc:sldMk cId="427758632" sldId="256"/>
            <ac:spMk id="20" creationId="{34F003E0-DC2C-A365-19DC-92637B29D180}"/>
          </ac:spMkLst>
        </pc:spChg>
        <pc:grpChg chg="mod">
          <ac:chgData name="Alexis Gervaix" userId="f33ad6e2-10db-4796-b502-4bdb1f58e031" providerId="ADAL" clId="{DC6E29EB-1631-4DC9-903E-C4E18C4E95B3}" dt="2023-07-25T11:50:29.338" v="58" actId="1076"/>
          <ac:grpSpMkLst>
            <pc:docMk/>
            <pc:sldMk cId="427758632" sldId="256"/>
            <ac:grpSpMk id="5" creationId="{837B9306-DA04-1F49-3AD5-7CA8BCFE975B}"/>
          </ac:grpSpMkLst>
        </pc:grpChg>
        <pc:grpChg chg="mod">
          <ac:chgData name="Alexis Gervaix" userId="f33ad6e2-10db-4796-b502-4bdb1f58e031" providerId="ADAL" clId="{DC6E29EB-1631-4DC9-903E-C4E18C4E95B3}" dt="2023-07-25T11:50:29.338" v="58" actId="1076"/>
          <ac:grpSpMkLst>
            <pc:docMk/>
            <pc:sldMk cId="427758632" sldId="256"/>
            <ac:grpSpMk id="6" creationId="{8BF90273-609C-CBD8-C49F-9951E1D144C6}"/>
          </ac:grpSpMkLst>
        </pc:grpChg>
        <pc:grpChg chg="mod">
          <ac:chgData name="Alexis Gervaix" userId="f33ad6e2-10db-4796-b502-4bdb1f58e031" providerId="ADAL" clId="{DC6E29EB-1631-4DC9-903E-C4E18C4E95B3}" dt="2023-07-25T11:50:29.338" v="58" actId="1076"/>
          <ac:grpSpMkLst>
            <pc:docMk/>
            <pc:sldMk cId="427758632" sldId="256"/>
            <ac:grpSpMk id="59" creationId="{7C4EFA85-2A80-88DA-72E1-82A0CBB08654}"/>
          </ac:grpSpMkLst>
        </pc:grpChg>
        <pc:picChg chg="mod">
          <ac:chgData name="Alexis Gervaix" userId="f33ad6e2-10db-4796-b502-4bdb1f58e031" providerId="ADAL" clId="{DC6E29EB-1631-4DC9-903E-C4E18C4E95B3}" dt="2023-07-25T11:50:29.338" v="58" actId="1076"/>
          <ac:picMkLst>
            <pc:docMk/>
            <pc:sldMk cId="427758632" sldId="256"/>
            <ac:picMk id="2050" creationId="{1101EA3E-7D66-7B28-232C-9D20B8280228}"/>
          </ac:picMkLst>
        </pc:picChg>
        <pc:picChg chg="mod">
          <ac:chgData name="Alexis Gervaix" userId="f33ad6e2-10db-4796-b502-4bdb1f58e031" providerId="ADAL" clId="{DC6E29EB-1631-4DC9-903E-C4E18C4E95B3}" dt="2023-07-25T11:50:29.338" v="58" actId="1076"/>
          <ac:picMkLst>
            <pc:docMk/>
            <pc:sldMk cId="427758632" sldId="256"/>
            <ac:picMk id="2051" creationId="{34B8242D-8183-4E58-95C3-99049A06ED68}"/>
          </ac:picMkLst>
        </pc:picChg>
        <pc:cxnChg chg="mod">
          <ac:chgData name="Alexis Gervaix" userId="f33ad6e2-10db-4796-b502-4bdb1f58e031" providerId="ADAL" clId="{DC6E29EB-1631-4DC9-903E-C4E18C4E95B3}" dt="2023-07-25T11:50:29.338" v="58" actId="1076"/>
          <ac:cxnSpMkLst>
            <pc:docMk/>
            <pc:sldMk cId="427758632" sldId="256"/>
            <ac:cxnSpMk id="7" creationId="{DA2EBBB9-136E-9CDF-A8FE-E0E56C6D2CAA}"/>
          </ac:cxnSpMkLst>
        </pc:cxnChg>
        <pc:cxnChg chg="mod">
          <ac:chgData name="Alexis Gervaix" userId="f33ad6e2-10db-4796-b502-4bdb1f58e031" providerId="ADAL" clId="{DC6E29EB-1631-4DC9-903E-C4E18C4E95B3}" dt="2023-07-25T11:50:29.338" v="58" actId="1076"/>
          <ac:cxnSpMkLst>
            <pc:docMk/>
            <pc:sldMk cId="427758632" sldId="256"/>
            <ac:cxnSpMk id="9" creationId="{B673506D-93FA-955A-5B81-B74840126139}"/>
          </ac:cxnSpMkLst>
        </pc:cxnChg>
        <pc:cxnChg chg="mod">
          <ac:chgData name="Alexis Gervaix" userId="f33ad6e2-10db-4796-b502-4bdb1f58e031" providerId="ADAL" clId="{DC6E29EB-1631-4DC9-903E-C4E18C4E95B3}" dt="2023-07-25T11:50:29.338" v="58" actId="1076"/>
          <ac:cxnSpMkLst>
            <pc:docMk/>
            <pc:sldMk cId="427758632" sldId="256"/>
            <ac:cxnSpMk id="12" creationId="{9ED8EE28-7964-1AE8-7FD0-AF9C40EE800D}"/>
          </ac:cxnSpMkLst>
        </pc:cxnChg>
        <pc:cxnChg chg="mod">
          <ac:chgData name="Alexis Gervaix" userId="f33ad6e2-10db-4796-b502-4bdb1f58e031" providerId="ADAL" clId="{DC6E29EB-1631-4DC9-903E-C4E18C4E95B3}" dt="2023-07-25T11:50:29.338" v="58" actId="1076"/>
          <ac:cxnSpMkLst>
            <pc:docMk/>
            <pc:sldMk cId="427758632" sldId="256"/>
            <ac:cxnSpMk id="15" creationId="{F05BEEF3-CE28-25B7-32BB-6369B564C6F2}"/>
          </ac:cxnSpMkLst>
        </pc:cxnChg>
        <pc:cxnChg chg="mod">
          <ac:chgData name="Alexis Gervaix" userId="f33ad6e2-10db-4796-b502-4bdb1f58e031" providerId="ADAL" clId="{DC6E29EB-1631-4DC9-903E-C4E18C4E95B3}" dt="2023-07-25T11:50:29.338" v="58" actId="1076"/>
          <ac:cxnSpMkLst>
            <pc:docMk/>
            <pc:sldMk cId="427758632" sldId="256"/>
            <ac:cxnSpMk id="17" creationId="{AD18A8C8-AD37-05CC-F6E8-62D75791BE83}"/>
          </ac:cxnSpMkLst>
        </pc:cxnChg>
        <pc:cxnChg chg="mod">
          <ac:chgData name="Alexis Gervaix" userId="f33ad6e2-10db-4796-b502-4bdb1f58e031" providerId="ADAL" clId="{DC6E29EB-1631-4DC9-903E-C4E18C4E95B3}" dt="2023-07-25T11:50:29.338" v="58" actId="1076"/>
          <ac:cxnSpMkLst>
            <pc:docMk/>
            <pc:sldMk cId="427758632" sldId="256"/>
            <ac:cxnSpMk id="18" creationId="{E3D0E875-A2FD-186D-E182-E042EDAE3D8E}"/>
          </ac:cxnSpMkLst>
        </pc:cxnChg>
      </pc:sldChg>
      <pc:sldChg chg="addSp delSp modSp mod">
        <pc:chgData name="Alexis Gervaix" userId="f33ad6e2-10db-4796-b502-4bdb1f58e031" providerId="ADAL" clId="{DC6E29EB-1631-4DC9-903E-C4E18C4E95B3}" dt="2023-07-25T11:43:58.075" v="57" actId="1076"/>
        <pc:sldMkLst>
          <pc:docMk/>
          <pc:sldMk cId="2331213224" sldId="257"/>
        </pc:sldMkLst>
        <pc:spChg chg="mod">
          <ac:chgData name="Alexis Gervaix" userId="f33ad6e2-10db-4796-b502-4bdb1f58e031" providerId="ADAL" clId="{DC6E29EB-1631-4DC9-903E-C4E18C4E95B3}" dt="2023-07-25T08:44:59.721" v="43" actId="1076"/>
          <ac:spMkLst>
            <pc:docMk/>
            <pc:sldMk cId="2331213224" sldId="257"/>
            <ac:spMk id="32" creationId="{D9F2BDDA-B768-AF82-BA18-3BF2F3D622D9}"/>
          </ac:spMkLst>
        </pc:spChg>
        <pc:picChg chg="del">
          <ac:chgData name="Alexis Gervaix" userId="f33ad6e2-10db-4796-b502-4bdb1f58e031" providerId="ADAL" clId="{DC6E29EB-1631-4DC9-903E-C4E18C4E95B3}" dt="2023-07-25T11:35:39.625" v="50" actId="478"/>
          <ac:picMkLst>
            <pc:docMk/>
            <pc:sldMk cId="2331213224" sldId="257"/>
            <ac:picMk id="3" creationId="{4E5EC268-791A-F04E-7A5D-64A1E8C5413D}"/>
          </ac:picMkLst>
        </pc:picChg>
        <pc:picChg chg="del">
          <ac:chgData name="Alexis Gervaix" userId="f33ad6e2-10db-4796-b502-4bdb1f58e031" providerId="ADAL" clId="{DC6E29EB-1631-4DC9-903E-C4E18C4E95B3}" dt="2023-07-25T11:43:48.621" v="55" actId="478"/>
          <ac:picMkLst>
            <pc:docMk/>
            <pc:sldMk cId="2331213224" sldId="257"/>
            <ac:picMk id="5" creationId="{ACD8F632-3F0B-EC9A-AD02-39B9AEDF2385}"/>
          </ac:picMkLst>
        </pc:picChg>
        <pc:picChg chg="del">
          <ac:chgData name="Alexis Gervaix" userId="f33ad6e2-10db-4796-b502-4bdb1f58e031" providerId="ADAL" clId="{DC6E29EB-1631-4DC9-903E-C4E18C4E95B3}" dt="2023-07-25T08:44:32.274" v="39" actId="478"/>
          <ac:picMkLst>
            <pc:docMk/>
            <pc:sldMk cId="2331213224" sldId="257"/>
            <ac:picMk id="6" creationId="{5DDC9148-6361-F098-C46E-BDDE23F87057}"/>
          </ac:picMkLst>
        </pc:picChg>
        <pc:picChg chg="add mod modCrop">
          <ac:chgData name="Alexis Gervaix" userId="f33ad6e2-10db-4796-b502-4bdb1f58e031" providerId="ADAL" clId="{DC6E29EB-1631-4DC9-903E-C4E18C4E95B3}" dt="2023-07-25T11:35:50.548" v="54" actId="14100"/>
          <ac:picMkLst>
            <pc:docMk/>
            <pc:sldMk cId="2331213224" sldId="257"/>
            <ac:picMk id="7" creationId="{AA86545C-6848-6C77-00BC-CED9D8BE11C5}"/>
          </ac:picMkLst>
        </pc:picChg>
        <pc:picChg chg="add mod">
          <ac:chgData name="Alexis Gervaix" userId="f33ad6e2-10db-4796-b502-4bdb1f58e031" providerId="ADAL" clId="{DC6E29EB-1631-4DC9-903E-C4E18C4E95B3}" dt="2023-07-25T11:43:58.075" v="57" actId="1076"/>
          <ac:picMkLst>
            <pc:docMk/>
            <pc:sldMk cId="2331213224" sldId="257"/>
            <ac:picMk id="9" creationId="{D283A4AA-8AE5-E21B-41E4-8B4BADDCEEA2}"/>
          </ac:picMkLst>
        </pc:picChg>
        <pc:picChg chg="mod">
          <ac:chgData name="Alexis Gervaix" userId="f33ad6e2-10db-4796-b502-4bdb1f58e031" providerId="ADAL" clId="{DC6E29EB-1631-4DC9-903E-C4E18C4E95B3}" dt="2023-07-25T08:44:40.426" v="41" actId="1076"/>
          <ac:picMkLst>
            <pc:docMk/>
            <pc:sldMk cId="2331213224" sldId="257"/>
            <ac:picMk id="36" creationId="{DEA90458-F843-0004-0F89-FC23966B5C31}"/>
          </ac:picMkLst>
        </pc:picChg>
      </pc:sldChg>
      <pc:sldChg chg="del">
        <pc:chgData name="Alexis Gervaix" userId="f33ad6e2-10db-4796-b502-4bdb1f58e031" providerId="ADAL" clId="{DC6E29EB-1631-4DC9-903E-C4E18C4E95B3}" dt="2023-07-25T08:37:41.834" v="0" actId="47"/>
        <pc:sldMkLst>
          <pc:docMk/>
          <pc:sldMk cId="2162529018" sldId="258"/>
        </pc:sldMkLst>
      </pc:sldChg>
    </pc:docChg>
  </pc:docChgLst>
  <pc:docChgLst>
    <pc:chgData name="Marco Martin" userId="a9cb9bca-6544-438b-8087-e330860a3e94" providerId="ADAL" clId="{CDDE78E9-7949-4CA8-BDAE-FF225877CF68}"/>
    <pc:docChg chg="modSld">
      <pc:chgData name="Marco Martin" userId="a9cb9bca-6544-438b-8087-e330860a3e94" providerId="ADAL" clId="{CDDE78E9-7949-4CA8-BDAE-FF225877CF68}" dt="2023-08-14T07:03:47.981" v="16"/>
      <pc:docMkLst>
        <pc:docMk/>
      </pc:docMkLst>
      <pc:sldChg chg="addCm">
        <pc:chgData name="Marco Martin" userId="a9cb9bca-6544-438b-8087-e330860a3e94" providerId="ADAL" clId="{CDDE78E9-7949-4CA8-BDAE-FF225877CF68}" dt="2023-08-14T06:57:45.039" v="8"/>
        <pc:sldMkLst>
          <pc:docMk/>
          <pc:sldMk cId="379094213" sldId="26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Marco Martin" userId="a9cb9bca-6544-438b-8087-e330860a3e94" providerId="ADAL" clId="{CDDE78E9-7949-4CA8-BDAE-FF225877CF68}" dt="2023-08-14T06:54:29.088" v="4"/>
              <pc2:cmMkLst xmlns:pc2="http://schemas.microsoft.com/office/powerpoint/2019/9/main/command">
                <pc:docMk/>
                <pc:sldMk cId="379094213" sldId="260"/>
                <pc2:cmMk id="{498D8C05-E073-4730-8F47-01C40CA5D726}"/>
              </pc2:cmMkLst>
            </pc226:cmChg>
            <pc226:cmChg xmlns:pc226="http://schemas.microsoft.com/office/powerpoint/2022/06/main/command" chg="add">
              <pc226:chgData name="Marco Martin" userId="a9cb9bca-6544-438b-8087-e330860a3e94" providerId="ADAL" clId="{CDDE78E9-7949-4CA8-BDAE-FF225877CF68}" dt="2023-08-14T06:53:58.604" v="3"/>
              <pc2:cmMkLst xmlns:pc2="http://schemas.microsoft.com/office/powerpoint/2019/9/main/command">
                <pc:docMk/>
                <pc:sldMk cId="379094213" sldId="260"/>
                <pc2:cmMk id="{DCBB991D-2DCC-4932-B30B-CBABF60BCFFC}"/>
              </pc2:cmMkLst>
            </pc226:cmChg>
            <pc226:cmChg xmlns:pc226="http://schemas.microsoft.com/office/powerpoint/2022/06/main/command" chg="add">
              <pc226:chgData name="Marco Martin" userId="a9cb9bca-6544-438b-8087-e330860a3e94" providerId="ADAL" clId="{CDDE78E9-7949-4CA8-BDAE-FF225877CF68}" dt="2023-08-14T06:52:35.829" v="0"/>
              <pc2:cmMkLst xmlns:pc2="http://schemas.microsoft.com/office/powerpoint/2019/9/main/command">
                <pc:docMk/>
                <pc:sldMk cId="379094213" sldId="260"/>
                <pc2:cmMk id="{14027027-85EF-4FAC-8DF6-12CBFE1CD9D0}"/>
              </pc2:cmMkLst>
            </pc226:cmChg>
            <pc226:cmChg xmlns:pc226="http://schemas.microsoft.com/office/powerpoint/2022/06/main/command" chg="add">
              <pc226:chgData name="Marco Martin" userId="a9cb9bca-6544-438b-8087-e330860a3e94" providerId="ADAL" clId="{CDDE78E9-7949-4CA8-BDAE-FF225877CF68}" dt="2023-08-14T06:56:29.505" v="6"/>
              <pc2:cmMkLst xmlns:pc2="http://schemas.microsoft.com/office/powerpoint/2019/9/main/command">
                <pc:docMk/>
                <pc:sldMk cId="379094213" sldId="260"/>
                <pc2:cmMk id="{FFEEF940-8849-4DA5-AAC3-71D4DFF45ACD}"/>
              </pc2:cmMkLst>
            </pc226:cmChg>
            <pc226:cmChg xmlns:pc226="http://schemas.microsoft.com/office/powerpoint/2022/06/main/command" chg="add">
              <pc226:chgData name="Marco Martin" userId="a9cb9bca-6544-438b-8087-e330860a3e94" providerId="ADAL" clId="{CDDE78E9-7949-4CA8-BDAE-FF225877CF68}" dt="2023-08-14T06:52:55.470" v="1"/>
              <pc2:cmMkLst xmlns:pc2="http://schemas.microsoft.com/office/powerpoint/2019/9/main/command">
                <pc:docMk/>
                <pc:sldMk cId="379094213" sldId="260"/>
                <pc2:cmMk id="{2DAEBE58-C6E9-43C5-87E7-EAC717F75296}"/>
              </pc2:cmMkLst>
            </pc226:cmChg>
            <pc226:cmChg xmlns:pc226="http://schemas.microsoft.com/office/powerpoint/2022/06/main/command" chg="add">
              <pc226:chgData name="Marco Martin" userId="a9cb9bca-6544-438b-8087-e330860a3e94" providerId="ADAL" clId="{CDDE78E9-7949-4CA8-BDAE-FF225877CF68}" dt="2023-08-14T06:55:03.037" v="5"/>
              <pc2:cmMkLst xmlns:pc2="http://schemas.microsoft.com/office/powerpoint/2019/9/main/command">
                <pc:docMk/>
                <pc:sldMk cId="379094213" sldId="260"/>
                <pc2:cmMk id="{0884225C-8FE3-43F8-88C3-74138B75557F}"/>
              </pc2:cmMkLst>
            </pc226:cmChg>
            <pc226:cmChg xmlns:pc226="http://schemas.microsoft.com/office/powerpoint/2022/06/main/command" chg="add">
              <pc226:chgData name="Marco Martin" userId="a9cb9bca-6544-438b-8087-e330860a3e94" providerId="ADAL" clId="{CDDE78E9-7949-4CA8-BDAE-FF225877CF68}" dt="2023-08-14T06:57:31.273" v="7"/>
              <pc2:cmMkLst xmlns:pc2="http://schemas.microsoft.com/office/powerpoint/2019/9/main/command">
                <pc:docMk/>
                <pc:sldMk cId="379094213" sldId="260"/>
                <pc2:cmMk id="{FAF15293-8A92-4AFA-9470-8830874344BE}"/>
              </pc2:cmMkLst>
            </pc226:cmChg>
            <pc226:cmChg xmlns:pc226="http://schemas.microsoft.com/office/powerpoint/2022/06/main/command" chg="add">
              <pc226:chgData name="Marco Martin" userId="a9cb9bca-6544-438b-8087-e330860a3e94" providerId="ADAL" clId="{CDDE78E9-7949-4CA8-BDAE-FF225877CF68}" dt="2023-08-14T06:57:45.039" v="8"/>
              <pc2:cmMkLst xmlns:pc2="http://schemas.microsoft.com/office/powerpoint/2019/9/main/command">
                <pc:docMk/>
                <pc:sldMk cId="379094213" sldId="260"/>
                <pc2:cmMk id="{D37680C4-3BFE-41D1-A503-FF263B83FA69}"/>
              </pc2:cmMkLst>
            </pc226:cmChg>
            <pc226:cmChg xmlns:pc226="http://schemas.microsoft.com/office/powerpoint/2022/06/main/command" chg="add">
              <pc226:chgData name="Marco Martin" userId="a9cb9bca-6544-438b-8087-e330860a3e94" providerId="ADAL" clId="{CDDE78E9-7949-4CA8-BDAE-FF225877CF68}" dt="2023-08-14T06:53:36.552" v="2"/>
              <pc2:cmMkLst xmlns:pc2="http://schemas.microsoft.com/office/powerpoint/2019/9/main/command">
                <pc:docMk/>
                <pc:sldMk cId="379094213" sldId="260"/>
                <pc2:cmMk id="{D6E1C8E3-E988-4954-AF0D-57F25BD83922}"/>
              </pc2:cmMkLst>
            </pc226:cmChg>
          </p:ext>
        </pc:extLst>
      </pc:sldChg>
      <pc:sldChg chg="modSp addCm">
        <pc:chgData name="Marco Martin" userId="a9cb9bca-6544-438b-8087-e330860a3e94" providerId="ADAL" clId="{CDDE78E9-7949-4CA8-BDAE-FF225877CF68}" dt="2023-08-14T07:03:47.981" v="16"/>
        <pc:sldMkLst>
          <pc:docMk/>
          <pc:sldMk cId="2579039493" sldId="261"/>
        </pc:sldMkLst>
        <pc:graphicFrameChg chg="mod">
          <ac:chgData name="Marco Martin" userId="a9cb9bca-6544-438b-8087-e330860a3e94" providerId="ADAL" clId="{CDDE78E9-7949-4CA8-BDAE-FF225877CF68}" dt="2023-08-14T07:00:43.902" v="13"/>
          <ac:graphicFrameMkLst>
            <pc:docMk/>
            <pc:sldMk cId="2579039493" sldId="261"/>
            <ac:graphicFrameMk id="8" creationId="{9379959D-18CD-5CD7-9D76-069C3767A1C3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Marco Martin" userId="a9cb9bca-6544-438b-8087-e330860a3e94" providerId="ADAL" clId="{CDDE78E9-7949-4CA8-BDAE-FF225877CF68}" dt="2023-08-14T07:03:47.981" v="16"/>
              <pc2:cmMkLst xmlns:pc2="http://schemas.microsoft.com/office/powerpoint/2019/9/main/command">
                <pc:docMk/>
                <pc:sldMk cId="2579039493" sldId="261"/>
                <pc2:cmMk id="{3E1BAC56-DC7F-4411-BAE7-F8B3A251AA02}"/>
              </pc2:cmMkLst>
            </pc226:cmChg>
            <pc226:cmChg xmlns:pc226="http://schemas.microsoft.com/office/powerpoint/2022/06/main/command" chg="add">
              <pc226:chgData name="Marco Martin" userId="a9cb9bca-6544-438b-8087-e330860a3e94" providerId="ADAL" clId="{CDDE78E9-7949-4CA8-BDAE-FF225877CF68}" dt="2023-08-14T07:01:13.065" v="14"/>
              <pc2:cmMkLst xmlns:pc2="http://schemas.microsoft.com/office/powerpoint/2019/9/main/command">
                <pc:docMk/>
                <pc:sldMk cId="2579039493" sldId="261"/>
                <pc2:cmMk id="{3C6AA273-580F-43AE-A77C-4400DA565440}"/>
              </pc2:cmMkLst>
            </pc226:cmChg>
            <pc226:cmChg xmlns:pc226="http://schemas.microsoft.com/office/powerpoint/2022/06/main/command" chg="add">
              <pc226:chgData name="Marco Martin" userId="a9cb9bca-6544-438b-8087-e330860a3e94" providerId="ADAL" clId="{CDDE78E9-7949-4CA8-BDAE-FF225877CF68}" dt="2023-08-14T07:02:56.827" v="15"/>
              <pc2:cmMkLst xmlns:pc2="http://schemas.microsoft.com/office/powerpoint/2019/9/main/command">
                <pc:docMk/>
                <pc:sldMk cId="2579039493" sldId="261"/>
                <pc2:cmMk id="{318F917B-8472-4DE9-891F-7243FAEBF2F5}"/>
              </pc2:cmMkLst>
            </pc226:cmChg>
          </p:ext>
        </pc:extLst>
      </pc:sldChg>
    </pc:docChg>
  </pc:docChgLst>
  <pc:docChgLst>
    <pc:chgData name="Maxime Kohler" userId="6fc84a47-88c8-436f-9020-030c6cac2d44" providerId="ADAL" clId="{0CB5FC46-CA97-4853-B8F5-6ABF220F1F29}"/>
    <pc:docChg chg="undo custSel modSld">
      <pc:chgData name="Maxime Kohler" userId="6fc84a47-88c8-436f-9020-030c6cac2d44" providerId="ADAL" clId="{0CB5FC46-CA97-4853-B8F5-6ABF220F1F29}" dt="2023-08-14T15:02:56.925" v="139" actId="207"/>
      <pc:docMkLst>
        <pc:docMk/>
      </pc:docMkLst>
      <pc:sldChg chg="modSp mod delCm">
        <pc:chgData name="Maxime Kohler" userId="6fc84a47-88c8-436f-9020-030c6cac2d44" providerId="ADAL" clId="{0CB5FC46-CA97-4853-B8F5-6ABF220F1F29}" dt="2023-08-14T14:56:53.510" v="138" actId="732"/>
        <pc:sldMkLst>
          <pc:docMk/>
          <pc:sldMk cId="2579039493" sldId="261"/>
        </pc:sldMkLst>
        <pc:spChg chg="mod">
          <ac:chgData name="Maxime Kohler" userId="6fc84a47-88c8-436f-9020-030c6cac2d44" providerId="ADAL" clId="{0CB5FC46-CA97-4853-B8F5-6ABF220F1F29}" dt="2023-08-14T14:46:45.462" v="126" actId="115"/>
          <ac:spMkLst>
            <pc:docMk/>
            <pc:sldMk cId="2579039493" sldId="261"/>
            <ac:spMk id="32" creationId="{D9F2BDDA-B768-AF82-BA18-3BF2F3D622D9}"/>
          </ac:spMkLst>
        </pc:spChg>
        <pc:picChg chg="mod modCrop">
          <ac:chgData name="Maxime Kohler" userId="6fc84a47-88c8-436f-9020-030c6cac2d44" providerId="ADAL" clId="{0CB5FC46-CA97-4853-B8F5-6ABF220F1F29}" dt="2023-08-14T14:56:53.510" v="138" actId="732"/>
          <ac:picMkLst>
            <pc:docMk/>
            <pc:sldMk cId="2579039493" sldId="261"/>
            <ac:picMk id="3" creationId="{AA86545C-6848-6C77-00BC-CED9D8BE11C5}"/>
          </ac:picMkLst>
        </pc:picChg>
        <pc:picChg chg="mod">
          <ac:chgData name="Maxime Kohler" userId="6fc84a47-88c8-436f-9020-030c6cac2d44" providerId="ADAL" clId="{0CB5FC46-CA97-4853-B8F5-6ABF220F1F29}" dt="2023-08-14T14:46:26.694" v="124" actId="1036"/>
          <ac:picMkLst>
            <pc:docMk/>
            <pc:sldMk cId="2579039493" sldId="261"/>
            <ac:picMk id="36" creationId="{DEA90458-F843-0004-0F89-FC23966B5C31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Maxime Kohler" userId="6fc84a47-88c8-436f-9020-030c6cac2d44" providerId="ADAL" clId="{0CB5FC46-CA97-4853-B8F5-6ABF220F1F29}" dt="2023-08-14T14:42:18.888" v="0"/>
              <pc2:cmMkLst xmlns:pc2="http://schemas.microsoft.com/office/powerpoint/2019/9/main/command">
                <pc:docMk/>
                <pc:sldMk cId="2579039493" sldId="261"/>
                <pc2:cmMk id="{3E1BAC56-DC7F-4411-BAE7-F8B3A251AA02}"/>
              </pc2:cmMkLst>
            </pc226:cmChg>
            <pc226:cmChg xmlns:pc226="http://schemas.microsoft.com/office/powerpoint/2022/06/main/command" chg="del">
              <pc226:chgData name="Maxime Kohler" userId="6fc84a47-88c8-436f-9020-030c6cac2d44" providerId="ADAL" clId="{0CB5FC46-CA97-4853-B8F5-6ABF220F1F29}" dt="2023-08-14T14:42:18.888" v="0"/>
              <pc2:cmMkLst xmlns:pc2="http://schemas.microsoft.com/office/powerpoint/2019/9/main/command">
                <pc:docMk/>
                <pc:sldMk cId="2579039493" sldId="261"/>
                <pc2:cmMk id="{3C6AA273-580F-43AE-A77C-4400DA565440}"/>
              </pc2:cmMkLst>
            </pc226:cmChg>
            <pc226:cmChg xmlns:pc226="http://schemas.microsoft.com/office/powerpoint/2022/06/main/command" chg="del">
              <pc226:chgData name="Maxime Kohler" userId="6fc84a47-88c8-436f-9020-030c6cac2d44" providerId="ADAL" clId="{0CB5FC46-CA97-4853-B8F5-6ABF220F1F29}" dt="2023-08-14T14:42:18.888" v="0"/>
              <pc2:cmMkLst xmlns:pc2="http://schemas.microsoft.com/office/powerpoint/2019/9/main/command">
                <pc:docMk/>
                <pc:sldMk cId="2579039493" sldId="261"/>
                <pc2:cmMk id="{318F917B-8472-4DE9-891F-7243FAEBF2F5}"/>
              </pc2:cmMkLst>
            </pc226:cmChg>
          </p:ext>
        </pc:extLst>
      </pc:sldChg>
      <pc:sldChg chg="modSp mod addCm delCm">
        <pc:chgData name="Maxime Kohler" userId="6fc84a47-88c8-436f-9020-030c6cac2d44" providerId="ADAL" clId="{0CB5FC46-CA97-4853-B8F5-6ABF220F1F29}" dt="2023-08-14T15:02:56.925" v="139" actId="207"/>
        <pc:sldMkLst>
          <pc:docMk/>
          <pc:sldMk cId="3026255194" sldId="264"/>
        </pc:sldMkLst>
        <pc:spChg chg="mod">
          <ac:chgData name="Maxime Kohler" userId="6fc84a47-88c8-436f-9020-030c6cac2d44" providerId="ADAL" clId="{0CB5FC46-CA97-4853-B8F5-6ABF220F1F29}" dt="2023-08-14T14:42:41.973" v="3" actId="20577"/>
          <ac:spMkLst>
            <pc:docMk/>
            <pc:sldMk cId="3026255194" sldId="264"/>
            <ac:spMk id="8" creationId="{70741BE6-2668-5651-5F87-BCD33E0A851F}"/>
          </ac:spMkLst>
        </pc:spChg>
        <pc:spChg chg="mod">
          <ac:chgData name="Maxime Kohler" userId="6fc84a47-88c8-436f-9020-030c6cac2d44" providerId="ADAL" clId="{0CB5FC46-CA97-4853-B8F5-6ABF220F1F29}" dt="2023-08-14T15:02:56.925" v="139" actId="207"/>
          <ac:spMkLst>
            <pc:docMk/>
            <pc:sldMk cId="3026255194" sldId="264"/>
            <ac:spMk id="29" creationId="{52EB1D70-2189-A5A3-4E9F-85629C74A54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Maxime Kohler" userId="6fc84a47-88c8-436f-9020-030c6cac2d44" providerId="ADAL" clId="{0CB5FC46-CA97-4853-B8F5-6ABF220F1F29}" dt="2023-08-14T14:42:18.888" v="0"/>
              <pc2:cmMkLst xmlns:pc2="http://schemas.microsoft.com/office/powerpoint/2019/9/main/command">
                <pc:docMk/>
                <pc:sldMk cId="3026255194" sldId="264"/>
                <pc2:cmMk id="{570CEF10-0036-4DC7-B3B5-CFE133B82D62}"/>
              </pc2:cmMkLst>
            </pc226:cmChg>
            <pc226:cmChg xmlns:pc226="http://schemas.microsoft.com/office/powerpoint/2022/06/main/command" chg="del">
              <pc226:chgData name="Maxime Kohler" userId="6fc84a47-88c8-436f-9020-030c6cac2d44" providerId="ADAL" clId="{0CB5FC46-CA97-4853-B8F5-6ABF220F1F29}" dt="2023-08-14T14:42:18.888" v="0"/>
              <pc2:cmMkLst xmlns:pc2="http://schemas.microsoft.com/office/powerpoint/2019/9/main/command">
                <pc:docMk/>
                <pc:sldMk cId="3026255194" sldId="264"/>
                <pc2:cmMk id="{42660B20-BF72-4B04-B6BB-8D36A23EF384}"/>
              </pc2:cmMkLst>
            </pc226:cmChg>
            <pc226:cmChg xmlns:pc226="http://schemas.microsoft.com/office/powerpoint/2022/06/main/command" chg="del">
              <pc226:chgData name="Maxime Kohler" userId="6fc84a47-88c8-436f-9020-030c6cac2d44" providerId="ADAL" clId="{0CB5FC46-CA97-4853-B8F5-6ABF220F1F29}" dt="2023-08-14T14:42:18.888" v="0"/>
              <pc2:cmMkLst xmlns:pc2="http://schemas.microsoft.com/office/powerpoint/2019/9/main/command">
                <pc:docMk/>
                <pc:sldMk cId="3026255194" sldId="264"/>
                <pc2:cmMk id="{47015220-4242-48B4-99B6-A94EE91DC341}"/>
              </pc2:cmMkLst>
            </pc226:cmChg>
            <pc226:cmChg xmlns:pc226="http://schemas.microsoft.com/office/powerpoint/2022/06/main/command" chg="del">
              <pc226:chgData name="Maxime Kohler" userId="6fc84a47-88c8-436f-9020-030c6cac2d44" providerId="ADAL" clId="{0CB5FC46-CA97-4853-B8F5-6ABF220F1F29}" dt="2023-08-14T14:42:18.888" v="0"/>
              <pc2:cmMkLst xmlns:pc2="http://schemas.microsoft.com/office/powerpoint/2019/9/main/command">
                <pc:docMk/>
                <pc:sldMk cId="3026255194" sldId="264"/>
                <pc2:cmMk id="{E2695C24-C19F-4329-AAD7-24C261A269EF}"/>
              </pc2:cmMkLst>
            </pc226:cmChg>
            <pc226:cmChg xmlns:pc226="http://schemas.microsoft.com/office/powerpoint/2022/06/main/command" chg="del">
              <pc226:chgData name="Maxime Kohler" userId="6fc84a47-88c8-436f-9020-030c6cac2d44" providerId="ADAL" clId="{0CB5FC46-CA97-4853-B8F5-6ABF220F1F29}" dt="2023-08-14T14:42:18.888" v="0"/>
              <pc2:cmMkLst xmlns:pc2="http://schemas.microsoft.com/office/powerpoint/2019/9/main/command">
                <pc:docMk/>
                <pc:sldMk cId="3026255194" sldId="264"/>
                <pc2:cmMk id="{0514972E-190C-4101-B14A-2C4EC2A8D5E2}"/>
              </pc2:cmMkLst>
            </pc226:cmChg>
            <pc226:cmChg xmlns:pc226="http://schemas.microsoft.com/office/powerpoint/2022/06/main/command" chg="del">
              <pc226:chgData name="Maxime Kohler" userId="6fc84a47-88c8-436f-9020-030c6cac2d44" providerId="ADAL" clId="{0CB5FC46-CA97-4853-B8F5-6ABF220F1F29}" dt="2023-08-14T14:42:18.888" v="0"/>
              <pc2:cmMkLst xmlns:pc2="http://schemas.microsoft.com/office/powerpoint/2019/9/main/command">
                <pc:docMk/>
                <pc:sldMk cId="3026255194" sldId="264"/>
                <pc2:cmMk id="{0201FF2F-DCC1-48B6-BD4C-537B577A59FD}"/>
              </pc2:cmMkLst>
            </pc226:cmChg>
            <pc226:cmChg xmlns:pc226="http://schemas.microsoft.com/office/powerpoint/2022/06/main/command" chg="del">
              <pc226:chgData name="Maxime Kohler" userId="6fc84a47-88c8-436f-9020-030c6cac2d44" providerId="ADAL" clId="{0CB5FC46-CA97-4853-B8F5-6ABF220F1F29}" dt="2023-08-14T14:42:18.888" v="0"/>
              <pc2:cmMkLst xmlns:pc2="http://schemas.microsoft.com/office/powerpoint/2019/9/main/command">
                <pc:docMk/>
                <pc:sldMk cId="3026255194" sldId="264"/>
                <pc2:cmMk id="{DCD67F4C-4293-46F1-BBF8-1D2C13DE2756}"/>
              </pc2:cmMkLst>
            </pc226:cmChg>
            <pc226:cmChg xmlns:pc226="http://schemas.microsoft.com/office/powerpoint/2022/06/main/command" chg="del">
              <pc226:chgData name="Maxime Kohler" userId="6fc84a47-88c8-436f-9020-030c6cac2d44" providerId="ADAL" clId="{0CB5FC46-CA97-4853-B8F5-6ABF220F1F29}" dt="2023-08-14T14:42:18.888" v="0"/>
              <pc2:cmMkLst xmlns:pc2="http://schemas.microsoft.com/office/powerpoint/2019/9/main/command">
                <pc:docMk/>
                <pc:sldMk cId="3026255194" sldId="264"/>
                <pc2:cmMk id="{04FA7BC0-A395-4376-9C4A-AB2D08917FE2}"/>
              </pc2:cmMkLst>
            </pc226:cmChg>
            <pc226:cmChg xmlns:pc226="http://schemas.microsoft.com/office/powerpoint/2022/06/main/command" chg="add">
              <pc226:chgData name="Maxime Kohler" userId="6fc84a47-88c8-436f-9020-030c6cac2d44" providerId="ADAL" clId="{0CB5FC46-CA97-4853-B8F5-6ABF220F1F29}" dt="2023-08-14T14:42:36.881" v="1"/>
              <pc2:cmMkLst xmlns:pc2="http://schemas.microsoft.com/office/powerpoint/2019/9/main/command">
                <pc:docMk/>
                <pc:sldMk cId="3026255194" sldId="264"/>
                <pc2:cmMk id="{C2500BC5-458C-4702-83D7-C5061E78ED44}"/>
              </pc2:cmMkLst>
            </pc226:cmChg>
            <pc226:cmChg xmlns:pc226="http://schemas.microsoft.com/office/powerpoint/2022/06/main/command" chg="del">
              <pc226:chgData name="Maxime Kohler" userId="6fc84a47-88c8-436f-9020-030c6cac2d44" providerId="ADAL" clId="{0CB5FC46-CA97-4853-B8F5-6ABF220F1F29}" dt="2023-08-14T14:42:18.888" v="0"/>
              <pc2:cmMkLst xmlns:pc2="http://schemas.microsoft.com/office/powerpoint/2019/9/main/command">
                <pc:docMk/>
                <pc:sldMk cId="3026255194" sldId="264"/>
                <pc2:cmMk id="{2C1884D2-2F07-4457-BAFA-599D99DD46B9}"/>
              </pc2:cmMkLst>
            </pc226:cmChg>
            <pc226:cmChg xmlns:pc226="http://schemas.microsoft.com/office/powerpoint/2022/06/main/command" chg="del">
              <pc226:chgData name="Maxime Kohler" userId="6fc84a47-88c8-436f-9020-030c6cac2d44" providerId="ADAL" clId="{0CB5FC46-CA97-4853-B8F5-6ABF220F1F29}" dt="2023-08-14T14:42:18.888" v="0"/>
              <pc2:cmMkLst xmlns:pc2="http://schemas.microsoft.com/office/powerpoint/2019/9/main/command">
                <pc:docMk/>
                <pc:sldMk cId="3026255194" sldId="264"/>
                <pc2:cmMk id="{DC3B30F4-F1B6-493E-8627-85951DB40B08}"/>
              </pc2:cmMkLst>
            </pc226:cmChg>
          </p:ext>
        </pc:extLst>
      </pc:sldChg>
    </pc:docChg>
  </pc:docChgLst>
  <pc:docChgLst>
    <pc:chgData name="Marco Martin" userId="a9cb9bca-6544-438b-8087-e330860a3e94" providerId="ADAL" clId="{7C2FD3FF-6CC0-496C-9189-54A8FD2B3A26}"/>
    <pc:docChg chg="undo custSel modSld">
      <pc:chgData name="Marco Martin" userId="a9cb9bca-6544-438b-8087-e330860a3e94" providerId="ADAL" clId="{7C2FD3FF-6CC0-496C-9189-54A8FD2B3A26}" dt="2023-08-14T14:32:35.468" v="389" actId="20577"/>
      <pc:docMkLst>
        <pc:docMk/>
      </pc:docMkLst>
      <pc:sldChg chg="modSp mod modCm">
        <pc:chgData name="Marco Martin" userId="a9cb9bca-6544-438b-8087-e330860a3e94" providerId="ADAL" clId="{7C2FD3FF-6CC0-496C-9189-54A8FD2B3A26}" dt="2023-08-14T14:32:10.813" v="369" actId="20577"/>
        <pc:sldMkLst>
          <pc:docMk/>
          <pc:sldMk cId="2579039493" sldId="261"/>
        </pc:sldMkLst>
        <pc:spChg chg="mod">
          <ac:chgData name="Marco Martin" userId="a9cb9bca-6544-438b-8087-e330860a3e94" providerId="ADAL" clId="{7C2FD3FF-6CC0-496C-9189-54A8FD2B3A26}" dt="2023-08-14T14:32:10.813" v="369" actId="20577"/>
          <ac:spMkLst>
            <pc:docMk/>
            <pc:sldMk cId="2579039493" sldId="261"/>
            <ac:spMk id="39" creationId="{D1AB858E-601D-A106-BDCA-855BA8D6CD5F}"/>
          </ac:spMkLst>
        </pc:spChg>
        <pc:spChg chg="mod">
          <ac:chgData name="Marco Martin" userId="a9cb9bca-6544-438b-8087-e330860a3e94" providerId="ADAL" clId="{7C2FD3FF-6CC0-496C-9189-54A8FD2B3A26}" dt="2023-08-14T14:31:56.598" v="363" actId="14100"/>
          <ac:spMkLst>
            <pc:docMk/>
            <pc:sldMk cId="2579039493" sldId="261"/>
            <ac:spMk id="40" creationId="{9FC9E1AE-32DB-B328-6A37-3212D8018C96}"/>
          </ac:spMkLst>
        </pc:spChg>
        <pc:graphicFrameChg chg="mod">
          <ac:chgData name="Marco Martin" userId="a9cb9bca-6544-438b-8087-e330860a3e94" providerId="ADAL" clId="{7C2FD3FF-6CC0-496C-9189-54A8FD2B3A26}" dt="2023-08-14T14:30:04.026" v="334"/>
          <ac:graphicFrameMkLst>
            <pc:docMk/>
            <pc:sldMk cId="2579039493" sldId="261"/>
            <ac:graphicFrameMk id="8" creationId="{9379959D-18CD-5CD7-9D76-069C3767A1C3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arco Martin" userId="a9cb9bca-6544-438b-8087-e330860a3e94" providerId="ADAL" clId="{7C2FD3FF-6CC0-496C-9189-54A8FD2B3A26}" dt="2023-08-14T14:32:10.813" v="369" actId="20577"/>
              <pc2:cmMkLst xmlns:pc2="http://schemas.microsoft.com/office/powerpoint/2019/9/main/command">
                <pc:docMk/>
                <pc:sldMk cId="2579039493" sldId="261"/>
                <pc2:cmMk id="{3C6AA273-580F-43AE-A77C-4400DA565440}"/>
              </pc2:cmMkLst>
            </pc226:cmChg>
          </p:ext>
        </pc:extLst>
      </pc:sldChg>
      <pc:sldChg chg="addSp delSp modSp mod modCm">
        <pc:chgData name="Marco Martin" userId="a9cb9bca-6544-438b-8087-e330860a3e94" providerId="ADAL" clId="{7C2FD3FF-6CC0-496C-9189-54A8FD2B3A26}" dt="2023-08-14T14:32:35.468" v="389" actId="20577"/>
        <pc:sldMkLst>
          <pc:docMk/>
          <pc:sldMk cId="3026255194" sldId="264"/>
        </pc:sldMkLst>
        <pc:spChg chg="mod">
          <ac:chgData name="Marco Martin" userId="a9cb9bca-6544-438b-8087-e330860a3e94" providerId="ADAL" clId="{7C2FD3FF-6CC0-496C-9189-54A8FD2B3A26}" dt="2023-08-14T14:17:14.596" v="44" actId="20577"/>
          <ac:spMkLst>
            <pc:docMk/>
            <pc:sldMk cId="3026255194" sldId="264"/>
            <ac:spMk id="58" creationId="{F8AD2DC0-37AF-5BDE-6EF9-60BF8F3E66E7}"/>
          </ac:spMkLst>
        </pc:spChg>
        <pc:spChg chg="mod">
          <ac:chgData name="Marco Martin" userId="a9cb9bca-6544-438b-8087-e330860a3e94" providerId="ADAL" clId="{7C2FD3FF-6CC0-496C-9189-54A8FD2B3A26}" dt="2023-08-14T14:18:38.312" v="54" actId="1076"/>
          <ac:spMkLst>
            <pc:docMk/>
            <pc:sldMk cId="3026255194" sldId="264"/>
            <ac:spMk id="2052" creationId="{5E98354D-180E-F58D-ADEA-BC45A553E7B7}"/>
          </ac:spMkLst>
        </pc:spChg>
        <pc:spChg chg="mod">
          <ac:chgData name="Marco Martin" userId="a9cb9bca-6544-438b-8087-e330860a3e94" providerId="ADAL" clId="{7C2FD3FF-6CC0-496C-9189-54A8FD2B3A26}" dt="2023-08-14T14:18:31.914" v="52" actId="1076"/>
          <ac:spMkLst>
            <pc:docMk/>
            <pc:sldMk cId="3026255194" sldId="264"/>
            <ac:spMk id="2054" creationId="{E8E39FD4-1983-A3E4-AB6C-20DEA2C20F92}"/>
          </ac:spMkLst>
        </pc:spChg>
        <pc:spChg chg="mod">
          <ac:chgData name="Marco Martin" userId="a9cb9bca-6544-438b-8087-e330860a3e94" providerId="ADAL" clId="{7C2FD3FF-6CC0-496C-9189-54A8FD2B3A26}" dt="2023-08-14T14:22:48.859" v="138" actId="1076"/>
          <ac:spMkLst>
            <pc:docMk/>
            <pc:sldMk cId="3026255194" sldId="264"/>
            <ac:spMk id="2058" creationId="{824A9578-D352-0C9D-E554-F039307C5F26}"/>
          </ac:spMkLst>
        </pc:spChg>
        <pc:spChg chg="mod">
          <ac:chgData name="Marco Martin" userId="a9cb9bca-6544-438b-8087-e330860a3e94" providerId="ADAL" clId="{7C2FD3FF-6CC0-496C-9189-54A8FD2B3A26}" dt="2023-08-14T14:23:11.134" v="142" actId="1076"/>
          <ac:spMkLst>
            <pc:docMk/>
            <pc:sldMk cId="3026255194" sldId="264"/>
            <ac:spMk id="2059" creationId="{94475A48-4877-7B3F-FA6C-6ECAF3C14133}"/>
          </ac:spMkLst>
        </pc:spChg>
        <pc:spChg chg="mod">
          <ac:chgData name="Marco Martin" userId="a9cb9bca-6544-438b-8087-e330860a3e94" providerId="ADAL" clId="{7C2FD3FF-6CC0-496C-9189-54A8FD2B3A26}" dt="2023-08-14T14:22:43.191" v="137" actId="1076"/>
          <ac:spMkLst>
            <pc:docMk/>
            <pc:sldMk cId="3026255194" sldId="264"/>
            <ac:spMk id="2060" creationId="{3B7B32F8-87B7-5149-28B0-27B9E5B1DE78}"/>
          </ac:spMkLst>
        </pc:spChg>
        <pc:spChg chg="mod">
          <ac:chgData name="Marco Martin" userId="a9cb9bca-6544-438b-8087-e330860a3e94" providerId="ADAL" clId="{7C2FD3FF-6CC0-496C-9189-54A8FD2B3A26}" dt="2023-08-14T14:20:57.362" v="80" actId="1076"/>
          <ac:spMkLst>
            <pc:docMk/>
            <pc:sldMk cId="3026255194" sldId="264"/>
            <ac:spMk id="2061" creationId="{1971034B-4F65-784E-5508-8DD4F4484BFF}"/>
          </ac:spMkLst>
        </pc:spChg>
        <pc:spChg chg="mod">
          <ac:chgData name="Marco Martin" userId="a9cb9bca-6544-438b-8087-e330860a3e94" providerId="ADAL" clId="{7C2FD3FF-6CC0-496C-9189-54A8FD2B3A26}" dt="2023-08-14T14:23:49.164" v="150" actId="1076"/>
          <ac:spMkLst>
            <pc:docMk/>
            <pc:sldMk cId="3026255194" sldId="264"/>
            <ac:spMk id="2065" creationId="{7A52ADA2-FC8E-83B9-6AC6-02F661D11F91}"/>
          </ac:spMkLst>
        </pc:spChg>
        <pc:spChg chg="mod">
          <ac:chgData name="Marco Martin" userId="a9cb9bca-6544-438b-8087-e330860a3e94" providerId="ADAL" clId="{7C2FD3FF-6CC0-496C-9189-54A8FD2B3A26}" dt="2023-08-14T14:32:35.468" v="389" actId="20577"/>
          <ac:spMkLst>
            <pc:docMk/>
            <pc:sldMk cId="3026255194" sldId="264"/>
            <ac:spMk id="2066" creationId="{60A41254-AC50-2D2B-169F-80F86D492228}"/>
          </ac:spMkLst>
        </pc:spChg>
        <pc:spChg chg="mod">
          <ac:chgData name="Marco Martin" userId="a9cb9bca-6544-438b-8087-e330860a3e94" providerId="ADAL" clId="{7C2FD3FF-6CC0-496C-9189-54A8FD2B3A26}" dt="2023-08-14T14:25:11.999" v="187" actId="20577"/>
          <ac:spMkLst>
            <pc:docMk/>
            <pc:sldMk cId="3026255194" sldId="264"/>
            <ac:spMk id="2127" creationId="{E5EF8348-8D0B-A848-D68D-7E0442E723E1}"/>
          </ac:spMkLst>
        </pc:spChg>
        <pc:spChg chg="mod">
          <ac:chgData name="Marco Martin" userId="a9cb9bca-6544-438b-8087-e330860a3e94" providerId="ADAL" clId="{7C2FD3FF-6CC0-496C-9189-54A8FD2B3A26}" dt="2023-08-14T14:27:45.218" v="331" actId="1037"/>
          <ac:spMkLst>
            <pc:docMk/>
            <pc:sldMk cId="3026255194" sldId="264"/>
            <ac:spMk id="2140" creationId="{A8A899B8-774D-0F79-F7EE-C02670FA918B}"/>
          </ac:spMkLst>
        </pc:spChg>
        <pc:spChg chg="mod">
          <ac:chgData name="Marco Martin" userId="a9cb9bca-6544-438b-8087-e330860a3e94" providerId="ADAL" clId="{7C2FD3FF-6CC0-496C-9189-54A8FD2B3A26}" dt="2023-08-14T14:27:45.218" v="331" actId="1037"/>
          <ac:spMkLst>
            <pc:docMk/>
            <pc:sldMk cId="3026255194" sldId="264"/>
            <ac:spMk id="2146" creationId="{4F2A4988-1F25-D2E9-6CB1-3F50EFE82BBF}"/>
          </ac:spMkLst>
        </pc:spChg>
        <pc:grpChg chg="add mod">
          <ac:chgData name="Marco Martin" userId="a9cb9bca-6544-438b-8087-e330860a3e94" providerId="ADAL" clId="{7C2FD3FF-6CC0-496C-9189-54A8FD2B3A26}" dt="2023-08-14T14:26:20.850" v="202" actId="164"/>
          <ac:grpSpMkLst>
            <pc:docMk/>
            <pc:sldMk cId="3026255194" sldId="264"/>
            <ac:grpSpMk id="2096" creationId="{65AA9F31-5DBF-32EF-784B-45F76D13BC95}"/>
          </ac:grpSpMkLst>
        </pc:grpChg>
        <pc:grpChg chg="add mod">
          <ac:chgData name="Marco Martin" userId="a9cb9bca-6544-438b-8087-e330860a3e94" providerId="ADAL" clId="{7C2FD3FF-6CC0-496C-9189-54A8FD2B3A26}" dt="2023-08-14T14:27:45.218" v="331" actId="1037"/>
          <ac:grpSpMkLst>
            <pc:docMk/>
            <pc:sldMk cId="3026255194" sldId="264"/>
            <ac:grpSpMk id="2097" creationId="{35215FC3-1C7F-A31C-5980-F83678122ABD}"/>
          </ac:grpSpMkLst>
        </pc:grpChg>
        <pc:grpChg chg="add mod">
          <ac:chgData name="Marco Martin" userId="a9cb9bca-6544-438b-8087-e330860a3e94" providerId="ADAL" clId="{7C2FD3FF-6CC0-496C-9189-54A8FD2B3A26}" dt="2023-08-14T14:27:45.218" v="331" actId="1037"/>
          <ac:grpSpMkLst>
            <pc:docMk/>
            <pc:sldMk cId="3026255194" sldId="264"/>
            <ac:grpSpMk id="2098" creationId="{FB754547-6898-A0E2-84B4-3E7C0ED08BF8}"/>
          </ac:grpSpMkLst>
        </pc:grpChg>
        <pc:grpChg chg="add mod">
          <ac:chgData name="Marco Martin" userId="a9cb9bca-6544-438b-8087-e330860a3e94" providerId="ADAL" clId="{7C2FD3FF-6CC0-496C-9189-54A8FD2B3A26}" dt="2023-08-14T14:27:45.218" v="331" actId="1037"/>
          <ac:grpSpMkLst>
            <pc:docMk/>
            <pc:sldMk cId="3026255194" sldId="264"/>
            <ac:grpSpMk id="2099" creationId="{F902C0F7-01AE-69A2-8FC4-78AA8B166468}"/>
          </ac:grpSpMkLst>
        </pc:grpChg>
        <pc:picChg chg="add del mod">
          <ac:chgData name="Marco Martin" userId="a9cb9bca-6544-438b-8087-e330860a3e94" providerId="ADAL" clId="{7C2FD3FF-6CC0-496C-9189-54A8FD2B3A26}" dt="2023-08-14T14:13:26.948" v="9" actId="478"/>
          <ac:picMkLst>
            <pc:docMk/>
            <pc:sldMk cId="3026255194" sldId="264"/>
            <ac:picMk id="13" creationId="{0FA6C38E-6612-8DD6-B82F-B7AF8D5CCFAF}"/>
          </ac:picMkLst>
        </pc:picChg>
        <pc:picChg chg="add del mod">
          <ac:chgData name="Marco Martin" userId="a9cb9bca-6544-438b-8087-e330860a3e94" providerId="ADAL" clId="{7C2FD3FF-6CC0-496C-9189-54A8FD2B3A26}" dt="2023-08-14T14:14:19.125" v="16" actId="478"/>
          <ac:picMkLst>
            <pc:docMk/>
            <pc:sldMk cId="3026255194" sldId="264"/>
            <ac:picMk id="17" creationId="{6287676A-D40B-763F-BAA7-EEAC79D3CFD9}"/>
          </ac:picMkLst>
        </pc:picChg>
        <pc:picChg chg="add del">
          <ac:chgData name="Marco Martin" userId="a9cb9bca-6544-438b-8087-e330860a3e94" providerId="ADAL" clId="{7C2FD3FF-6CC0-496C-9189-54A8FD2B3A26}" dt="2023-08-14T14:14:53.770" v="18" actId="22"/>
          <ac:picMkLst>
            <pc:docMk/>
            <pc:sldMk cId="3026255194" sldId="264"/>
            <ac:picMk id="25" creationId="{CF7537E6-6DDF-AFF5-047B-D8787B42AC92}"/>
          </ac:picMkLst>
        </pc:picChg>
        <pc:picChg chg="mod">
          <ac:chgData name="Marco Martin" userId="a9cb9bca-6544-438b-8087-e330860a3e94" providerId="ADAL" clId="{7C2FD3FF-6CC0-496C-9189-54A8FD2B3A26}" dt="2023-08-14T14:27:45.218" v="331" actId="1037"/>
          <ac:picMkLst>
            <pc:docMk/>
            <pc:sldMk cId="3026255194" sldId="264"/>
            <ac:picMk id="26" creationId="{9B8D2BF8-6735-A594-BA63-1A16D38A76BC}"/>
          </ac:picMkLst>
        </pc:picChg>
        <pc:picChg chg="add del">
          <ac:chgData name="Marco Martin" userId="a9cb9bca-6544-438b-8087-e330860a3e94" providerId="ADAL" clId="{7C2FD3FF-6CC0-496C-9189-54A8FD2B3A26}" dt="2023-08-14T14:14:58.343" v="20" actId="22"/>
          <ac:picMkLst>
            <pc:docMk/>
            <pc:sldMk cId="3026255194" sldId="264"/>
            <ac:picMk id="28" creationId="{618C6689-72CD-6624-C238-A65531703303}"/>
          </ac:picMkLst>
        </pc:picChg>
        <pc:picChg chg="add del">
          <ac:chgData name="Marco Martin" userId="a9cb9bca-6544-438b-8087-e330860a3e94" providerId="ADAL" clId="{7C2FD3FF-6CC0-496C-9189-54A8FD2B3A26}" dt="2023-08-14T14:15:05.943" v="22" actId="22"/>
          <ac:picMkLst>
            <pc:docMk/>
            <pc:sldMk cId="3026255194" sldId="264"/>
            <ac:picMk id="33" creationId="{BD5F72D9-DC45-2C1C-50E9-FD1EBC375699}"/>
          </ac:picMkLst>
        </pc:picChg>
        <pc:picChg chg="add del">
          <ac:chgData name="Marco Martin" userId="a9cb9bca-6544-438b-8087-e330860a3e94" providerId="ADAL" clId="{7C2FD3FF-6CC0-496C-9189-54A8FD2B3A26}" dt="2023-08-14T14:15:13.293" v="24" actId="22"/>
          <ac:picMkLst>
            <pc:docMk/>
            <pc:sldMk cId="3026255194" sldId="264"/>
            <ac:picMk id="38" creationId="{C060E7FD-1591-3697-DE4B-0BE4582BBDCD}"/>
          </ac:picMkLst>
        </pc:picChg>
        <pc:picChg chg="add mod">
          <ac:chgData name="Marco Martin" userId="a9cb9bca-6544-438b-8087-e330860a3e94" providerId="ADAL" clId="{7C2FD3FF-6CC0-496C-9189-54A8FD2B3A26}" dt="2023-08-14T14:17:36.273" v="45" actId="208"/>
          <ac:picMkLst>
            <pc:docMk/>
            <pc:sldMk cId="3026255194" sldId="264"/>
            <ac:picMk id="42" creationId="{76BE2D6F-B640-259B-488B-63AA4BA4F428}"/>
          </ac:picMkLst>
        </pc:picChg>
        <pc:picChg chg="del mod">
          <ac:chgData name="Marco Martin" userId="a9cb9bca-6544-438b-8087-e330860a3e94" providerId="ADAL" clId="{7C2FD3FF-6CC0-496C-9189-54A8FD2B3A26}" dt="2023-08-14T14:11:01.960" v="2" actId="478"/>
          <ac:picMkLst>
            <pc:docMk/>
            <pc:sldMk cId="3026255194" sldId="264"/>
            <ac:picMk id="61" creationId="{5BA31DD6-E99B-A105-2822-0C16DDE43E3F}"/>
          </ac:picMkLst>
        </pc:picChg>
        <pc:picChg chg="mod">
          <ac:chgData name="Marco Martin" userId="a9cb9bca-6544-438b-8087-e330860a3e94" providerId="ADAL" clId="{7C2FD3FF-6CC0-496C-9189-54A8FD2B3A26}" dt="2023-08-14T14:27:45.218" v="331" actId="1037"/>
          <ac:picMkLst>
            <pc:docMk/>
            <pc:sldMk cId="3026255194" sldId="264"/>
            <ac:picMk id="2182" creationId="{EB80303E-704C-F409-AD3B-818707B7C2FC}"/>
          </ac:picMkLst>
        </pc:picChg>
        <pc:cxnChg chg="mod">
          <ac:chgData name="Marco Martin" userId="a9cb9bca-6544-438b-8087-e330860a3e94" providerId="ADAL" clId="{7C2FD3FF-6CC0-496C-9189-54A8FD2B3A26}" dt="2023-08-14T14:19:16.130" v="56"/>
          <ac:cxnSpMkLst>
            <pc:docMk/>
            <pc:sldMk cId="3026255194" sldId="264"/>
            <ac:cxnSpMk id="9" creationId="{B673506D-93FA-955A-5B81-B74840126139}"/>
          </ac:cxnSpMkLst>
        </pc:cxnChg>
        <pc:cxnChg chg="mod">
          <ac:chgData name="Marco Martin" userId="a9cb9bca-6544-438b-8087-e330860a3e94" providerId="ADAL" clId="{7C2FD3FF-6CC0-496C-9189-54A8FD2B3A26}" dt="2023-08-14T14:19:16.130" v="56"/>
          <ac:cxnSpMkLst>
            <pc:docMk/>
            <pc:sldMk cId="3026255194" sldId="264"/>
            <ac:cxnSpMk id="15" creationId="{F05BEEF3-CE28-25B7-32BB-6369B564C6F2}"/>
          </ac:cxnSpMkLst>
        </pc:cxnChg>
        <pc:cxnChg chg="mod">
          <ac:chgData name="Marco Martin" userId="a9cb9bca-6544-438b-8087-e330860a3e94" providerId="ADAL" clId="{7C2FD3FF-6CC0-496C-9189-54A8FD2B3A26}" dt="2023-08-14T14:19:16.130" v="56"/>
          <ac:cxnSpMkLst>
            <pc:docMk/>
            <pc:sldMk cId="3026255194" sldId="264"/>
            <ac:cxnSpMk id="18" creationId="{E3D0E875-A2FD-186D-E182-E042EDAE3D8E}"/>
          </ac:cxnSpMkLst>
        </pc:cxnChg>
        <pc:cxnChg chg="mod">
          <ac:chgData name="Marco Martin" userId="a9cb9bca-6544-438b-8087-e330860a3e94" providerId="ADAL" clId="{7C2FD3FF-6CC0-496C-9189-54A8FD2B3A26}" dt="2023-08-14T14:18:35.193" v="53" actId="14100"/>
          <ac:cxnSpMkLst>
            <pc:docMk/>
            <pc:sldMk cId="3026255194" sldId="264"/>
            <ac:cxnSpMk id="2051" creationId="{260BC3F0-5A30-A321-9D03-FF0F84B1E347}"/>
          </ac:cxnSpMkLst>
        </pc:cxnChg>
        <pc:cxnChg chg="mod">
          <ac:chgData name="Marco Martin" userId="a9cb9bca-6544-438b-8087-e330860a3e94" providerId="ADAL" clId="{7C2FD3FF-6CC0-496C-9189-54A8FD2B3A26}" dt="2023-08-14T14:18:29.397" v="51" actId="14100"/>
          <ac:cxnSpMkLst>
            <pc:docMk/>
            <pc:sldMk cId="3026255194" sldId="264"/>
            <ac:cxnSpMk id="2053" creationId="{9EDF9A31-66D3-ADA6-1A27-2D94C65E0028}"/>
          </ac:cxnSpMkLst>
        </pc:cxnChg>
        <pc:cxnChg chg="mod">
          <ac:chgData name="Marco Martin" userId="a9cb9bca-6544-438b-8087-e330860a3e94" providerId="ADAL" clId="{7C2FD3FF-6CC0-496C-9189-54A8FD2B3A26}" dt="2023-08-14T14:24:09.720" v="154" actId="14100"/>
          <ac:cxnSpMkLst>
            <pc:docMk/>
            <pc:sldMk cId="3026255194" sldId="264"/>
            <ac:cxnSpMk id="2067" creationId="{7D8F4F28-31B3-6A56-13B7-B49A60619879}"/>
          </ac:cxnSpMkLst>
        </pc:cxnChg>
        <pc:cxnChg chg="mod">
          <ac:chgData name="Marco Martin" userId="a9cb9bca-6544-438b-8087-e330860a3e94" providerId="ADAL" clId="{7C2FD3FF-6CC0-496C-9189-54A8FD2B3A26}" dt="2023-08-14T14:24:01.776" v="153" actId="14100"/>
          <ac:cxnSpMkLst>
            <pc:docMk/>
            <pc:sldMk cId="3026255194" sldId="264"/>
            <ac:cxnSpMk id="2068" creationId="{D982C27C-482D-DA03-13F1-CCBDC5C4F16D}"/>
          </ac:cxnSpMkLst>
        </pc:cxnChg>
        <pc:cxnChg chg="mod">
          <ac:chgData name="Marco Martin" userId="a9cb9bca-6544-438b-8087-e330860a3e94" providerId="ADAL" clId="{7C2FD3FF-6CC0-496C-9189-54A8FD2B3A26}" dt="2023-08-14T14:22:37.776" v="136" actId="14100"/>
          <ac:cxnSpMkLst>
            <pc:docMk/>
            <pc:sldMk cId="3026255194" sldId="264"/>
            <ac:cxnSpMk id="2069" creationId="{7CB53917-1C8E-F9F0-F34F-4119BD6D81EF}"/>
          </ac:cxnSpMkLst>
        </pc:cxnChg>
        <pc:cxnChg chg="mod">
          <ac:chgData name="Marco Martin" userId="a9cb9bca-6544-438b-8087-e330860a3e94" providerId="ADAL" clId="{7C2FD3FF-6CC0-496C-9189-54A8FD2B3A26}" dt="2023-08-14T14:20:59.623" v="81" actId="14100"/>
          <ac:cxnSpMkLst>
            <pc:docMk/>
            <pc:sldMk cId="3026255194" sldId="264"/>
            <ac:cxnSpMk id="2070" creationId="{32578100-CC4E-4168-13E9-1CECDAF27BED}"/>
          </ac:cxnSpMkLst>
        </pc:cxnChg>
        <pc:cxnChg chg="mod">
          <ac:chgData name="Marco Martin" userId="a9cb9bca-6544-438b-8087-e330860a3e94" providerId="ADAL" clId="{7C2FD3FF-6CC0-496C-9189-54A8FD2B3A26}" dt="2023-08-14T14:23:36.436" v="147" actId="14100"/>
          <ac:cxnSpMkLst>
            <pc:docMk/>
            <pc:sldMk cId="3026255194" sldId="264"/>
            <ac:cxnSpMk id="2071" creationId="{70CA037C-F55C-C5EE-04BF-6B3EF6381A8D}"/>
          </ac:cxnSpMkLst>
        </pc:cxnChg>
        <pc:cxnChg chg="mod">
          <ac:chgData name="Marco Martin" userId="a9cb9bca-6544-438b-8087-e330860a3e94" providerId="ADAL" clId="{7C2FD3FF-6CC0-496C-9189-54A8FD2B3A26}" dt="2023-08-14T14:23:51.427" v="151" actId="14100"/>
          <ac:cxnSpMkLst>
            <pc:docMk/>
            <pc:sldMk cId="3026255194" sldId="264"/>
            <ac:cxnSpMk id="2072" creationId="{6D3AFD7B-AD86-8434-33B0-697E1F3A6F8D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arco Martin" userId="a9cb9bca-6544-438b-8087-e330860a3e94" providerId="ADAL" clId="{7C2FD3FF-6CC0-496C-9189-54A8FD2B3A26}" dt="2023-08-14T14:11:01.961" v="3" actId="2056"/>
              <pc2:cmMkLst xmlns:pc2="http://schemas.microsoft.com/office/powerpoint/2019/9/main/command">
                <pc:docMk/>
                <pc:sldMk cId="3026255194" sldId="264"/>
                <pc2:cmMk id="{0514972E-190C-4101-B14A-2C4EC2A8D5E2}"/>
              </pc2:cmMkLst>
            </pc226:cmChg>
          </p:ext>
        </pc:extLst>
      </pc:sldChg>
    </pc:docChg>
  </pc:docChgLst>
  <pc:docChgLst>
    <pc:chgData name="Marco Martin" userId="S::marco.martin@swissairtainer.com::a9cb9bca-6544-438b-8087-e330860a3e94" providerId="AD" clId="Web-{D6A35EF0-603D-9C6A-EE19-C1A3177CF2CB}"/>
    <pc:docChg chg="modSld">
      <pc:chgData name="Marco Martin" userId="S::marco.martin@swissairtainer.com::a9cb9bca-6544-438b-8087-e330860a3e94" providerId="AD" clId="Web-{D6A35EF0-603D-9C6A-EE19-C1A3177CF2CB}" dt="2023-08-14T13:57:49.402" v="15" actId="1076"/>
      <pc:docMkLst>
        <pc:docMk/>
      </pc:docMkLst>
      <pc:sldChg chg="modSp">
        <pc:chgData name="Marco Martin" userId="S::marco.martin@swissairtainer.com::a9cb9bca-6544-438b-8087-e330860a3e94" providerId="AD" clId="Web-{D6A35EF0-603D-9C6A-EE19-C1A3177CF2CB}" dt="2023-08-14T13:57:49.402" v="15" actId="1076"/>
        <pc:sldMkLst>
          <pc:docMk/>
          <pc:sldMk cId="3026255194" sldId="264"/>
        </pc:sldMkLst>
        <pc:spChg chg="mod">
          <ac:chgData name="Marco Martin" userId="S::marco.martin@swissairtainer.com::a9cb9bca-6544-438b-8087-e330860a3e94" providerId="AD" clId="Web-{D6A35EF0-603D-9C6A-EE19-C1A3177CF2CB}" dt="2023-08-14T13:56:38.103" v="8" actId="1076"/>
          <ac:spMkLst>
            <pc:docMk/>
            <pc:sldMk cId="3026255194" sldId="264"/>
            <ac:spMk id="10" creationId="{0BD9C466-8659-2B9C-D57B-CAC911F99808}"/>
          </ac:spMkLst>
        </pc:spChg>
        <pc:spChg chg="mod">
          <ac:chgData name="Marco Martin" userId="S::marco.martin@swissairtainer.com::a9cb9bca-6544-438b-8087-e330860a3e94" providerId="AD" clId="Web-{D6A35EF0-603D-9C6A-EE19-C1A3177CF2CB}" dt="2023-08-14T13:57:49.402" v="15" actId="1076"/>
          <ac:spMkLst>
            <pc:docMk/>
            <pc:sldMk cId="3026255194" sldId="264"/>
            <ac:spMk id="14" creationId="{5F5F7D2C-6CCE-9CAC-5F9E-5D4898C247E6}"/>
          </ac:spMkLst>
        </pc:spChg>
        <pc:spChg chg="mod">
          <ac:chgData name="Marco Martin" userId="S::marco.martin@swissairtainer.com::a9cb9bca-6544-438b-8087-e330860a3e94" providerId="AD" clId="Web-{D6A35EF0-603D-9C6A-EE19-C1A3177CF2CB}" dt="2023-08-14T13:56:42.353" v="9" actId="1076"/>
          <ac:spMkLst>
            <pc:docMk/>
            <pc:sldMk cId="3026255194" sldId="264"/>
            <ac:spMk id="19" creationId="{5E339E5F-46B6-4F9C-2631-8EF8E89B76DC}"/>
          </ac:spMkLst>
        </pc:spChg>
        <pc:grpChg chg="mod">
          <ac:chgData name="Marco Martin" userId="S::marco.martin@swissairtainer.com::a9cb9bca-6544-438b-8087-e330860a3e94" providerId="AD" clId="Web-{D6A35EF0-603D-9C6A-EE19-C1A3177CF2CB}" dt="2023-08-14T13:56:32.666" v="7" actId="1076"/>
          <ac:grpSpMkLst>
            <pc:docMk/>
            <pc:sldMk cId="3026255194" sldId="264"/>
            <ac:grpSpMk id="59" creationId="{7C4EFA85-2A80-88DA-72E1-82A0CBB08654}"/>
          </ac:grpSpMkLst>
        </pc:grpChg>
        <pc:cxnChg chg="mod">
          <ac:chgData name="Marco Martin" userId="S::marco.martin@swissairtainer.com::a9cb9bca-6544-438b-8087-e330860a3e94" providerId="AD" clId="Web-{D6A35EF0-603D-9C6A-EE19-C1A3177CF2CB}" dt="2023-08-14T13:56:27.244" v="6" actId="14100"/>
          <ac:cxnSpMkLst>
            <pc:docMk/>
            <pc:sldMk cId="3026255194" sldId="264"/>
            <ac:cxnSpMk id="9" creationId="{B673506D-93FA-955A-5B81-B74840126139}"/>
          </ac:cxnSpMkLst>
        </pc:cxnChg>
        <pc:cxnChg chg="mod">
          <ac:chgData name="Marco Martin" userId="S::marco.martin@swissairtainer.com::a9cb9bca-6544-438b-8087-e330860a3e94" providerId="AD" clId="Web-{D6A35EF0-603D-9C6A-EE19-C1A3177CF2CB}" dt="2023-08-14T13:57:19.901" v="14" actId="14100"/>
          <ac:cxnSpMkLst>
            <pc:docMk/>
            <pc:sldMk cId="3026255194" sldId="264"/>
            <ac:cxnSpMk id="15" creationId="{F05BEEF3-CE28-25B7-32BB-6369B564C6F2}"/>
          </ac:cxnSpMkLst>
        </pc:cxnChg>
        <pc:cxnChg chg="mod">
          <ac:chgData name="Marco Martin" userId="S::marco.martin@swissairtainer.com::a9cb9bca-6544-438b-8087-e330860a3e94" providerId="AD" clId="Web-{D6A35EF0-603D-9C6A-EE19-C1A3177CF2CB}" dt="2023-08-14T13:57:00.354" v="11" actId="14100"/>
          <ac:cxnSpMkLst>
            <pc:docMk/>
            <pc:sldMk cId="3026255194" sldId="264"/>
            <ac:cxnSpMk id="18" creationId="{E3D0E875-A2FD-186D-E182-E042EDAE3D8E}"/>
          </ac:cxnSpMkLst>
        </pc:cxnChg>
      </pc:sldChg>
    </pc:docChg>
  </pc:docChgLst>
  <pc:docChgLst>
    <pc:chgData name="Maxime Kohler" userId="6fc84a47-88c8-436f-9020-030c6cac2d44" providerId="ADAL" clId="{8C209237-3ABF-4404-A65C-DB0D9DDA0D05}"/>
    <pc:docChg chg="undo redo custSel addSld delSld modSld sldOrd">
      <pc:chgData name="Maxime Kohler" userId="6fc84a47-88c8-436f-9020-030c6cac2d44" providerId="ADAL" clId="{8C209237-3ABF-4404-A65C-DB0D9DDA0D05}" dt="2023-08-14T14:37:54.693" v="2794" actId="14100"/>
      <pc:docMkLst>
        <pc:docMk/>
      </pc:docMkLst>
      <pc:sldChg chg="addSp delSp modSp del mod">
        <pc:chgData name="Maxime Kohler" userId="6fc84a47-88c8-436f-9020-030c6cac2d44" providerId="ADAL" clId="{8C209237-3ABF-4404-A65C-DB0D9DDA0D05}" dt="2023-08-10T07:20:28.589" v="1467" actId="47"/>
        <pc:sldMkLst>
          <pc:docMk/>
          <pc:sldMk cId="427758632" sldId="256"/>
        </pc:sldMkLst>
        <pc:spChg chg="mod">
          <ac:chgData name="Maxime Kohler" userId="6fc84a47-88c8-436f-9020-030c6cac2d44" providerId="ADAL" clId="{8C209237-3ABF-4404-A65C-DB0D9DDA0D05}" dt="2023-08-10T06:25:44.419" v="925" actId="1076"/>
          <ac:spMkLst>
            <pc:docMk/>
            <pc:sldMk cId="427758632" sldId="256"/>
            <ac:spMk id="2" creationId="{4EFB0C09-13E8-5F02-83EC-AD1B9E5973E0}"/>
          </ac:spMkLst>
        </pc:spChg>
        <pc:spChg chg="add del mod">
          <ac:chgData name="Maxime Kohler" userId="6fc84a47-88c8-436f-9020-030c6cac2d44" providerId="ADAL" clId="{8C209237-3ABF-4404-A65C-DB0D9DDA0D05}" dt="2023-08-10T06:25:34.298" v="924" actId="14100"/>
          <ac:spMkLst>
            <pc:docMk/>
            <pc:sldMk cId="427758632" sldId="256"/>
            <ac:spMk id="4" creationId="{8D4C8D92-E048-8E01-C7BE-02D077967330}"/>
          </ac:spMkLst>
        </pc:spChg>
        <pc:spChg chg="mod">
          <ac:chgData name="Maxime Kohler" userId="6fc84a47-88c8-436f-9020-030c6cac2d44" providerId="ADAL" clId="{8C209237-3ABF-4404-A65C-DB0D9DDA0D05}" dt="2023-08-10T06:24:40.617" v="914" actId="1076"/>
          <ac:spMkLst>
            <pc:docMk/>
            <pc:sldMk cId="427758632" sldId="256"/>
            <ac:spMk id="8" creationId="{70741BE6-2668-5651-5F87-BCD33E0A851F}"/>
          </ac:spMkLst>
        </pc:spChg>
        <pc:spChg chg="mod">
          <ac:chgData name="Maxime Kohler" userId="6fc84a47-88c8-436f-9020-030c6cac2d44" providerId="ADAL" clId="{8C209237-3ABF-4404-A65C-DB0D9DDA0D05}" dt="2023-08-10T06:25:00.178" v="916" actId="1076"/>
          <ac:spMkLst>
            <pc:docMk/>
            <pc:sldMk cId="427758632" sldId="256"/>
            <ac:spMk id="10" creationId="{0BD9C466-8659-2B9C-D57B-CAC911F99808}"/>
          </ac:spMkLst>
        </pc:spChg>
        <pc:spChg chg="del mod">
          <ac:chgData name="Maxime Kohler" userId="6fc84a47-88c8-436f-9020-030c6cac2d44" providerId="ADAL" clId="{8C209237-3ABF-4404-A65C-DB0D9DDA0D05}" dt="2023-08-09T13:04:13.112" v="19" actId="478"/>
          <ac:spMkLst>
            <pc:docMk/>
            <pc:sldMk cId="427758632" sldId="256"/>
            <ac:spMk id="11" creationId="{5D5D650B-5143-3234-B238-DAFD0DD8EB96}"/>
          </ac:spMkLst>
        </pc:spChg>
        <pc:spChg chg="mod">
          <ac:chgData name="Maxime Kohler" userId="6fc84a47-88c8-436f-9020-030c6cac2d44" providerId="ADAL" clId="{8C209237-3ABF-4404-A65C-DB0D9DDA0D05}" dt="2023-08-10T06:25:00.178" v="916" actId="1076"/>
          <ac:spMkLst>
            <pc:docMk/>
            <pc:sldMk cId="427758632" sldId="256"/>
            <ac:spMk id="14" creationId="{5F5F7D2C-6CCE-9CAC-5F9E-5D4898C247E6}"/>
          </ac:spMkLst>
        </pc:spChg>
        <pc:spChg chg="del mod">
          <ac:chgData name="Maxime Kohler" userId="6fc84a47-88c8-436f-9020-030c6cac2d44" providerId="ADAL" clId="{8C209237-3ABF-4404-A65C-DB0D9DDA0D05}" dt="2023-08-10T06:10:17.697" v="565" actId="478"/>
          <ac:spMkLst>
            <pc:docMk/>
            <pc:sldMk cId="427758632" sldId="256"/>
            <ac:spMk id="16" creationId="{DCFDBD37-908C-C856-B258-FFECB4614705}"/>
          </ac:spMkLst>
        </pc:spChg>
        <pc:spChg chg="mod">
          <ac:chgData name="Maxime Kohler" userId="6fc84a47-88c8-436f-9020-030c6cac2d44" providerId="ADAL" clId="{8C209237-3ABF-4404-A65C-DB0D9DDA0D05}" dt="2023-08-10T06:25:00.178" v="916" actId="1076"/>
          <ac:spMkLst>
            <pc:docMk/>
            <pc:sldMk cId="427758632" sldId="256"/>
            <ac:spMk id="19" creationId="{5E339E5F-46B6-4F9C-2631-8EF8E89B76DC}"/>
          </ac:spMkLst>
        </pc:spChg>
        <pc:spChg chg="del mod">
          <ac:chgData name="Maxime Kohler" userId="6fc84a47-88c8-436f-9020-030c6cac2d44" providerId="ADAL" clId="{8C209237-3ABF-4404-A65C-DB0D9DDA0D05}" dt="2023-08-10T06:09:57.188" v="556" actId="478"/>
          <ac:spMkLst>
            <pc:docMk/>
            <pc:sldMk cId="427758632" sldId="256"/>
            <ac:spMk id="20" creationId="{34F003E0-DC2C-A365-19DC-92637B29D180}"/>
          </ac:spMkLst>
        </pc:spChg>
        <pc:spChg chg="mod">
          <ac:chgData name="Maxime Kohler" userId="6fc84a47-88c8-436f-9020-030c6cac2d44" providerId="ADAL" clId="{8C209237-3ABF-4404-A65C-DB0D9DDA0D05}" dt="2023-08-10T06:21:18.430" v="867" actId="1076"/>
          <ac:spMkLst>
            <pc:docMk/>
            <pc:sldMk cId="427758632" sldId="256"/>
            <ac:spMk id="23" creationId="{188BAB09-7E32-529C-B822-BC713DD2A795}"/>
          </ac:spMkLst>
        </pc:spChg>
        <pc:spChg chg="mod">
          <ac:chgData name="Maxime Kohler" userId="6fc84a47-88c8-436f-9020-030c6cac2d44" providerId="ADAL" clId="{8C209237-3ABF-4404-A65C-DB0D9DDA0D05}" dt="2023-08-10T06:21:18.430" v="867" actId="1076"/>
          <ac:spMkLst>
            <pc:docMk/>
            <pc:sldMk cId="427758632" sldId="256"/>
            <ac:spMk id="24" creationId="{7108D665-C4EF-8B8F-6340-979FA1978751}"/>
          </ac:spMkLst>
        </pc:spChg>
        <pc:spChg chg="add del mod">
          <ac:chgData name="Maxime Kohler" userId="6fc84a47-88c8-436f-9020-030c6cac2d44" providerId="ADAL" clId="{8C209237-3ABF-4404-A65C-DB0D9DDA0D05}" dt="2023-08-10T06:27:24.255" v="1025" actId="14100"/>
          <ac:spMkLst>
            <pc:docMk/>
            <pc:sldMk cId="427758632" sldId="256"/>
            <ac:spMk id="28" creationId="{7FB122BA-FA39-D4C1-E54B-FC9139B93A06}"/>
          </ac:spMkLst>
        </pc:spChg>
        <pc:spChg chg="mod">
          <ac:chgData name="Maxime Kohler" userId="6fc84a47-88c8-436f-9020-030c6cac2d44" providerId="ADAL" clId="{8C209237-3ABF-4404-A65C-DB0D9DDA0D05}" dt="2023-08-10T06:25:44.419" v="925" actId="1076"/>
          <ac:spMkLst>
            <pc:docMk/>
            <pc:sldMk cId="427758632" sldId="256"/>
            <ac:spMk id="29" creationId="{52EB1D70-2189-A5A3-4E9F-85629C74A547}"/>
          </ac:spMkLst>
        </pc:spChg>
        <pc:spChg chg="add del mod">
          <ac:chgData name="Maxime Kohler" userId="6fc84a47-88c8-436f-9020-030c6cac2d44" providerId="ADAL" clId="{8C209237-3ABF-4404-A65C-DB0D9DDA0D05}" dt="2023-08-10T06:24:28.846" v="913" actId="1582"/>
          <ac:spMkLst>
            <pc:docMk/>
            <pc:sldMk cId="427758632" sldId="256"/>
            <ac:spMk id="30" creationId="{B33A85F6-41BB-D23B-6827-68CA1D0B9D9A}"/>
          </ac:spMkLst>
        </pc:spChg>
        <pc:spChg chg="mod">
          <ac:chgData name="Maxime Kohler" userId="6fc84a47-88c8-436f-9020-030c6cac2d44" providerId="ADAL" clId="{8C209237-3ABF-4404-A65C-DB0D9DDA0D05}" dt="2023-08-10T06:25:30.635" v="923" actId="20577"/>
          <ac:spMkLst>
            <pc:docMk/>
            <pc:sldMk cId="427758632" sldId="256"/>
            <ac:spMk id="31" creationId="{5AA06157-B96C-C937-89D4-F414E062C51C}"/>
          </ac:spMkLst>
        </pc:spChg>
        <pc:spChg chg="mod">
          <ac:chgData name="Maxime Kohler" userId="6fc84a47-88c8-436f-9020-030c6cac2d44" providerId="ADAL" clId="{8C209237-3ABF-4404-A65C-DB0D9DDA0D05}" dt="2023-08-10T06:23:32.973" v="899" actId="1076"/>
          <ac:spMkLst>
            <pc:docMk/>
            <pc:sldMk cId="427758632" sldId="256"/>
            <ac:spMk id="32" creationId="{371E8DB4-3315-8F6A-359E-8D25C8BEAAD4}"/>
          </ac:spMkLst>
        </pc:spChg>
        <pc:spChg chg="add del mod">
          <ac:chgData name="Maxime Kohler" userId="6fc84a47-88c8-436f-9020-030c6cac2d44" providerId="ADAL" clId="{8C209237-3ABF-4404-A65C-DB0D9DDA0D05}" dt="2023-08-10T06:24:20.327" v="912" actId="1582"/>
          <ac:spMkLst>
            <pc:docMk/>
            <pc:sldMk cId="427758632" sldId="256"/>
            <ac:spMk id="33" creationId="{5747D615-EC43-9924-3652-4338BA9620F2}"/>
          </ac:spMkLst>
        </pc:spChg>
        <pc:spChg chg="mod">
          <ac:chgData name="Maxime Kohler" userId="6fc84a47-88c8-436f-9020-030c6cac2d44" providerId="ADAL" clId="{8C209237-3ABF-4404-A65C-DB0D9DDA0D05}" dt="2023-08-10T06:23:16.998" v="897" actId="1076"/>
          <ac:spMkLst>
            <pc:docMk/>
            <pc:sldMk cId="427758632" sldId="256"/>
            <ac:spMk id="34" creationId="{6C5D7C96-BABF-49E2-7C62-F248E7FD7D06}"/>
          </ac:spMkLst>
        </pc:spChg>
        <pc:spChg chg="add del">
          <ac:chgData name="Maxime Kohler" userId="6fc84a47-88c8-436f-9020-030c6cac2d44" providerId="ADAL" clId="{8C209237-3ABF-4404-A65C-DB0D9DDA0D05}" dt="2023-08-10T06:28:10.450" v="1028" actId="478"/>
          <ac:spMkLst>
            <pc:docMk/>
            <pc:sldMk cId="427758632" sldId="256"/>
            <ac:spMk id="38" creationId="{497913F2-8412-C2B6-DC94-7B60B044182A}"/>
          </ac:spMkLst>
        </pc:spChg>
        <pc:spChg chg="add mod">
          <ac:chgData name="Maxime Kohler" userId="6fc84a47-88c8-436f-9020-030c6cac2d44" providerId="ADAL" clId="{8C209237-3ABF-4404-A65C-DB0D9DDA0D05}" dt="2023-08-10T06:29:10.165" v="1042"/>
          <ac:spMkLst>
            <pc:docMk/>
            <pc:sldMk cId="427758632" sldId="256"/>
            <ac:spMk id="39" creationId="{402E565D-1ACA-1E0D-CAC4-61C0C15A4127}"/>
          </ac:spMkLst>
        </pc:spChg>
        <pc:spChg chg="mod">
          <ac:chgData name="Maxime Kohler" userId="6fc84a47-88c8-436f-9020-030c6cac2d44" providerId="ADAL" clId="{8C209237-3ABF-4404-A65C-DB0D9DDA0D05}" dt="2023-08-10T06:21:18.430" v="867" actId="1076"/>
          <ac:spMkLst>
            <pc:docMk/>
            <pc:sldMk cId="427758632" sldId="256"/>
            <ac:spMk id="40" creationId="{A27E4FA1-8820-BECC-4E3E-9BBF78145780}"/>
          </ac:spMkLst>
        </pc:spChg>
        <pc:spChg chg="mod">
          <ac:chgData name="Maxime Kohler" userId="6fc84a47-88c8-436f-9020-030c6cac2d44" providerId="ADAL" clId="{8C209237-3ABF-4404-A65C-DB0D9DDA0D05}" dt="2023-08-10T06:21:30.163" v="869" actId="1076"/>
          <ac:spMkLst>
            <pc:docMk/>
            <pc:sldMk cId="427758632" sldId="256"/>
            <ac:spMk id="50" creationId="{81CFCEF0-417C-75C6-0F4F-A44D767CE65E}"/>
          </ac:spMkLst>
        </pc:spChg>
        <pc:spChg chg="mod">
          <ac:chgData name="Maxime Kohler" userId="6fc84a47-88c8-436f-9020-030c6cac2d44" providerId="ADAL" clId="{8C209237-3ABF-4404-A65C-DB0D9DDA0D05}" dt="2023-08-10T06:23:40.990" v="901" actId="1076"/>
          <ac:spMkLst>
            <pc:docMk/>
            <pc:sldMk cId="427758632" sldId="256"/>
            <ac:spMk id="58" creationId="{F8AD2DC0-37AF-5BDE-6EF9-60BF8F3E66E7}"/>
          </ac:spMkLst>
        </pc:spChg>
        <pc:spChg chg="mod">
          <ac:chgData name="Maxime Kohler" userId="6fc84a47-88c8-436f-9020-030c6cac2d44" providerId="ADAL" clId="{8C209237-3ABF-4404-A65C-DB0D9DDA0D05}" dt="2023-08-10T06:25:44.419" v="925" actId="1076"/>
          <ac:spMkLst>
            <pc:docMk/>
            <pc:sldMk cId="427758632" sldId="256"/>
            <ac:spMk id="2127" creationId="{E5EF8348-8D0B-A848-D68D-7E0442E723E1}"/>
          </ac:spMkLst>
        </pc:spChg>
        <pc:spChg chg="mod">
          <ac:chgData name="Maxime Kohler" userId="6fc84a47-88c8-436f-9020-030c6cac2d44" providerId="ADAL" clId="{8C209237-3ABF-4404-A65C-DB0D9DDA0D05}" dt="2023-08-10T06:27:07.954" v="1023" actId="20577"/>
          <ac:spMkLst>
            <pc:docMk/>
            <pc:sldMk cId="427758632" sldId="256"/>
            <ac:spMk id="2140" creationId="{A8A899B8-774D-0F79-F7EE-C02670FA918B}"/>
          </ac:spMkLst>
        </pc:spChg>
        <pc:spChg chg="mod">
          <ac:chgData name="Maxime Kohler" userId="6fc84a47-88c8-436f-9020-030c6cac2d44" providerId="ADAL" clId="{8C209237-3ABF-4404-A65C-DB0D9DDA0D05}" dt="2023-08-10T06:26:49.744" v="1001" actId="1037"/>
          <ac:spMkLst>
            <pc:docMk/>
            <pc:sldMk cId="427758632" sldId="256"/>
            <ac:spMk id="2146" creationId="{4F2A4988-1F25-D2E9-6CB1-3F50EFE82BBF}"/>
          </ac:spMkLst>
        </pc:spChg>
        <pc:grpChg chg="del mod">
          <ac:chgData name="Maxime Kohler" userId="6fc84a47-88c8-436f-9020-030c6cac2d44" providerId="ADAL" clId="{8C209237-3ABF-4404-A65C-DB0D9DDA0D05}" dt="2023-08-10T06:10:00.812" v="559" actId="478"/>
          <ac:grpSpMkLst>
            <pc:docMk/>
            <pc:sldMk cId="427758632" sldId="256"/>
            <ac:grpSpMk id="5" creationId="{837B9306-DA04-1F49-3AD5-7CA8BCFE975B}"/>
          </ac:grpSpMkLst>
        </pc:grpChg>
        <pc:grpChg chg="mod">
          <ac:chgData name="Maxime Kohler" userId="6fc84a47-88c8-436f-9020-030c6cac2d44" providerId="ADAL" clId="{8C209237-3ABF-4404-A65C-DB0D9DDA0D05}" dt="2023-08-10T06:25:00.178" v="916" actId="1076"/>
          <ac:grpSpMkLst>
            <pc:docMk/>
            <pc:sldMk cId="427758632" sldId="256"/>
            <ac:grpSpMk id="6" creationId="{8BF90273-609C-CBD8-C49F-9951E1D144C6}"/>
          </ac:grpSpMkLst>
        </pc:grpChg>
        <pc:grpChg chg="add del mod">
          <ac:chgData name="Maxime Kohler" userId="6fc84a47-88c8-436f-9020-030c6cac2d44" providerId="ADAL" clId="{8C209237-3ABF-4404-A65C-DB0D9DDA0D05}" dt="2023-08-10T06:25:00.178" v="916" actId="1076"/>
          <ac:grpSpMkLst>
            <pc:docMk/>
            <pc:sldMk cId="427758632" sldId="256"/>
            <ac:grpSpMk id="59" creationId="{7C4EFA85-2A80-88DA-72E1-82A0CBB08654}"/>
          </ac:grpSpMkLst>
        </pc:grpChg>
        <pc:picChg chg="mod">
          <ac:chgData name="Maxime Kohler" userId="6fc84a47-88c8-436f-9020-030c6cac2d44" providerId="ADAL" clId="{8C209237-3ABF-4404-A65C-DB0D9DDA0D05}" dt="2023-08-10T06:17:15.713" v="716" actId="1076"/>
          <ac:picMkLst>
            <pc:docMk/>
            <pc:sldMk cId="427758632" sldId="256"/>
            <ac:picMk id="3" creationId="{2066CB38-A7FB-B43A-8850-E4246FA238A2}"/>
          </ac:picMkLst>
        </pc:picChg>
        <pc:picChg chg="mod">
          <ac:chgData name="Maxime Kohler" userId="6fc84a47-88c8-436f-9020-030c6cac2d44" providerId="ADAL" clId="{8C209237-3ABF-4404-A65C-DB0D9DDA0D05}" dt="2023-08-10T06:25:44.419" v="925" actId="1076"/>
          <ac:picMkLst>
            <pc:docMk/>
            <pc:sldMk cId="427758632" sldId="256"/>
            <ac:picMk id="25" creationId="{F63C15C0-9E09-F836-16D8-424C033CAFB3}"/>
          </ac:picMkLst>
        </pc:picChg>
        <pc:picChg chg="mod">
          <ac:chgData name="Maxime Kohler" userId="6fc84a47-88c8-436f-9020-030c6cac2d44" providerId="ADAL" clId="{8C209237-3ABF-4404-A65C-DB0D9DDA0D05}" dt="2023-08-10T06:27:10.842" v="1024" actId="1037"/>
          <ac:picMkLst>
            <pc:docMk/>
            <pc:sldMk cId="427758632" sldId="256"/>
            <ac:picMk id="26" creationId="{9B8D2BF8-6735-A594-BA63-1A16D38A76BC}"/>
          </ac:picMkLst>
        </pc:picChg>
        <pc:picChg chg="add mod">
          <ac:chgData name="Maxime Kohler" userId="6fc84a47-88c8-436f-9020-030c6cac2d44" providerId="ADAL" clId="{8C209237-3ABF-4404-A65C-DB0D9DDA0D05}" dt="2023-08-10T06:23:08.488" v="896" actId="1035"/>
          <ac:picMkLst>
            <pc:docMk/>
            <pc:sldMk cId="427758632" sldId="256"/>
            <ac:picMk id="35" creationId="{C671EE5D-C35A-DCB1-83D6-A9C01F0EF9A0}"/>
          </ac:picMkLst>
        </pc:picChg>
        <pc:picChg chg="add mod">
          <ac:chgData name="Maxime Kohler" userId="6fc84a47-88c8-436f-9020-030c6cac2d44" providerId="ADAL" clId="{8C209237-3ABF-4404-A65C-DB0D9DDA0D05}" dt="2023-08-10T06:21:18.430" v="867" actId="1076"/>
          <ac:picMkLst>
            <pc:docMk/>
            <pc:sldMk cId="427758632" sldId="256"/>
            <ac:picMk id="36" creationId="{B2F4FF4E-A136-DF7A-328B-5C2BD59A85A4}"/>
          </ac:picMkLst>
        </pc:picChg>
        <pc:picChg chg="del">
          <ac:chgData name="Maxime Kohler" userId="6fc84a47-88c8-436f-9020-030c6cac2d44" providerId="ADAL" clId="{8C209237-3ABF-4404-A65C-DB0D9DDA0D05}" dt="2023-08-10T06:14:18.116" v="625" actId="478"/>
          <ac:picMkLst>
            <pc:docMk/>
            <pc:sldMk cId="427758632" sldId="256"/>
            <ac:picMk id="51" creationId="{C43AEE1D-87C1-72D8-C82C-4717EF67AA8C}"/>
          </ac:picMkLst>
        </pc:picChg>
        <pc:picChg chg="del">
          <ac:chgData name="Maxime Kohler" userId="6fc84a47-88c8-436f-9020-030c6cac2d44" providerId="ADAL" clId="{8C209237-3ABF-4404-A65C-DB0D9DDA0D05}" dt="2023-08-10T06:14:22.072" v="626" actId="478"/>
          <ac:picMkLst>
            <pc:docMk/>
            <pc:sldMk cId="427758632" sldId="256"/>
            <ac:picMk id="56" creationId="{ADEF3863-4A3C-F2E4-B88A-9AE18A76ECE9}"/>
          </ac:picMkLst>
        </pc:picChg>
        <pc:picChg chg="mod">
          <ac:chgData name="Maxime Kohler" userId="6fc84a47-88c8-436f-9020-030c6cac2d44" providerId="ADAL" clId="{8C209237-3ABF-4404-A65C-DB0D9DDA0D05}" dt="2023-08-10T06:23:44.834" v="902" actId="1076"/>
          <ac:picMkLst>
            <pc:docMk/>
            <pc:sldMk cId="427758632" sldId="256"/>
            <ac:picMk id="57" creationId="{3F160C11-3FA9-8960-6978-D69FAB30F9A4}"/>
          </ac:picMkLst>
        </pc:picChg>
        <pc:picChg chg="mod">
          <ac:chgData name="Maxime Kohler" userId="6fc84a47-88c8-436f-9020-030c6cac2d44" providerId="ADAL" clId="{8C209237-3ABF-4404-A65C-DB0D9DDA0D05}" dt="2023-08-10T06:21:18.430" v="867" actId="1076"/>
          <ac:picMkLst>
            <pc:docMk/>
            <pc:sldMk cId="427758632" sldId="256"/>
            <ac:picMk id="61" creationId="{5BA31DD6-E99B-A105-2822-0C16DDE43E3F}"/>
          </ac:picMkLst>
        </pc:picChg>
        <pc:picChg chg="mod">
          <ac:chgData name="Maxime Kohler" userId="6fc84a47-88c8-436f-9020-030c6cac2d44" providerId="ADAL" clId="{8C209237-3ABF-4404-A65C-DB0D9DDA0D05}" dt="2023-08-10T06:25:00.178" v="916" actId="1076"/>
          <ac:picMkLst>
            <pc:docMk/>
            <pc:sldMk cId="427758632" sldId="256"/>
            <ac:picMk id="2050" creationId="{1101EA3E-7D66-7B28-232C-9D20B8280228}"/>
          </ac:picMkLst>
        </pc:picChg>
        <pc:picChg chg="del mod">
          <ac:chgData name="Maxime Kohler" userId="6fc84a47-88c8-436f-9020-030c6cac2d44" providerId="ADAL" clId="{8C209237-3ABF-4404-A65C-DB0D9DDA0D05}" dt="2023-08-10T06:09:54.982" v="555" actId="478"/>
          <ac:picMkLst>
            <pc:docMk/>
            <pc:sldMk cId="427758632" sldId="256"/>
            <ac:picMk id="2051" creationId="{34B8242D-8183-4E58-95C3-99049A06ED68}"/>
          </ac:picMkLst>
        </pc:picChg>
        <pc:picChg chg="mod">
          <ac:chgData name="Maxime Kohler" userId="6fc84a47-88c8-436f-9020-030c6cac2d44" providerId="ADAL" clId="{8C209237-3ABF-4404-A65C-DB0D9DDA0D05}" dt="2023-08-10T06:25:44.419" v="925" actId="1076"/>
          <ac:picMkLst>
            <pc:docMk/>
            <pc:sldMk cId="427758632" sldId="256"/>
            <ac:picMk id="2116" creationId="{296F5FCF-9269-FCC0-731D-E8801471590C}"/>
          </ac:picMkLst>
        </pc:picChg>
        <pc:picChg chg="mod">
          <ac:chgData name="Maxime Kohler" userId="6fc84a47-88c8-436f-9020-030c6cac2d44" providerId="ADAL" clId="{8C209237-3ABF-4404-A65C-DB0D9DDA0D05}" dt="2023-08-10T06:26:51.577" v="1005" actId="1037"/>
          <ac:picMkLst>
            <pc:docMk/>
            <pc:sldMk cId="427758632" sldId="256"/>
            <ac:picMk id="2182" creationId="{EB80303E-704C-F409-AD3B-818707B7C2FC}"/>
          </ac:picMkLst>
        </pc:picChg>
        <pc:cxnChg chg="del mod">
          <ac:chgData name="Maxime Kohler" userId="6fc84a47-88c8-436f-9020-030c6cac2d44" providerId="ADAL" clId="{8C209237-3ABF-4404-A65C-DB0D9DDA0D05}" dt="2023-08-10T06:10:00.812" v="559" actId="478"/>
          <ac:cxnSpMkLst>
            <pc:docMk/>
            <pc:sldMk cId="427758632" sldId="256"/>
            <ac:cxnSpMk id="7" creationId="{DA2EBBB9-136E-9CDF-A8FE-E0E56C6D2CAA}"/>
          </ac:cxnSpMkLst>
        </pc:cxnChg>
        <pc:cxnChg chg="mod">
          <ac:chgData name="Maxime Kohler" userId="6fc84a47-88c8-436f-9020-030c6cac2d44" providerId="ADAL" clId="{8C209237-3ABF-4404-A65C-DB0D9DDA0D05}" dt="2023-08-10T06:25:00.178" v="916" actId="1076"/>
          <ac:cxnSpMkLst>
            <pc:docMk/>
            <pc:sldMk cId="427758632" sldId="256"/>
            <ac:cxnSpMk id="9" creationId="{B673506D-93FA-955A-5B81-B74840126139}"/>
          </ac:cxnSpMkLst>
        </pc:cxnChg>
        <pc:cxnChg chg="del mod">
          <ac:chgData name="Maxime Kohler" userId="6fc84a47-88c8-436f-9020-030c6cac2d44" providerId="ADAL" clId="{8C209237-3ABF-4404-A65C-DB0D9DDA0D05}" dt="2023-08-09T13:04:17.409" v="22" actId="478"/>
          <ac:cxnSpMkLst>
            <pc:docMk/>
            <pc:sldMk cId="427758632" sldId="256"/>
            <ac:cxnSpMk id="12" creationId="{9ED8EE28-7964-1AE8-7FD0-AF9C40EE800D}"/>
          </ac:cxnSpMkLst>
        </pc:cxnChg>
        <pc:cxnChg chg="mod">
          <ac:chgData name="Maxime Kohler" userId="6fc84a47-88c8-436f-9020-030c6cac2d44" providerId="ADAL" clId="{8C209237-3ABF-4404-A65C-DB0D9DDA0D05}" dt="2023-08-10T06:25:00.178" v="916" actId="1076"/>
          <ac:cxnSpMkLst>
            <pc:docMk/>
            <pc:sldMk cId="427758632" sldId="256"/>
            <ac:cxnSpMk id="15" creationId="{F05BEEF3-CE28-25B7-32BB-6369B564C6F2}"/>
          </ac:cxnSpMkLst>
        </pc:cxnChg>
        <pc:cxnChg chg="del mod">
          <ac:chgData name="Maxime Kohler" userId="6fc84a47-88c8-436f-9020-030c6cac2d44" providerId="ADAL" clId="{8C209237-3ABF-4404-A65C-DB0D9DDA0D05}" dt="2023-08-10T06:10:21.490" v="568" actId="478"/>
          <ac:cxnSpMkLst>
            <pc:docMk/>
            <pc:sldMk cId="427758632" sldId="256"/>
            <ac:cxnSpMk id="17" creationId="{AD18A8C8-AD37-05CC-F6E8-62D75791BE83}"/>
          </ac:cxnSpMkLst>
        </pc:cxnChg>
        <pc:cxnChg chg="mod">
          <ac:chgData name="Maxime Kohler" userId="6fc84a47-88c8-436f-9020-030c6cac2d44" providerId="ADAL" clId="{8C209237-3ABF-4404-A65C-DB0D9DDA0D05}" dt="2023-08-10T06:25:00.178" v="916" actId="1076"/>
          <ac:cxnSpMkLst>
            <pc:docMk/>
            <pc:sldMk cId="427758632" sldId="256"/>
            <ac:cxnSpMk id="18" creationId="{E3D0E875-A2FD-186D-E182-E042EDAE3D8E}"/>
          </ac:cxnSpMkLst>
        </pc:cxnChg>
        <pc:cxnChg chg="mod">
          <ac:chgData name="Maxime Kohler" userId="6fc84a47-88c8-436f-9020-030c6cac2d44" providerId="ADAL" clId="{8C209237-3ABF-4404-A65C-DB0D9DDA0D05}" dt="2023-08-10T06:25:44.419" v="925" actId="1076"/>
          <ac:cxnSpMkLst>
            <pc:docMk/>
            <pc:sldMk cId="427758632" sldId="256"/>
            <ac:cxnSpMk id="2118" creationId="{B5EBDB49-18D8-3B21-10AA-7254DCA93083}"/>
          </ac:cxnSpMkLst>
        </pc:cxnChg>
        <pc:cxnChg chg="mod">
          <ac:chgData name="Maxime Kohler" userId="6fc84a47-88c8-436f-9020-030c6cac2d44" providerId="ADAL" clId="{8C209237-3ABF-4404-A65C-DB0D9DDA0D05}" dt="2023-08-10T06:25:44.419" v="925" actId="1076"/>
          <ac:cxnSpMkLst>
            <pc:docMk/>
            <pc:sldMk cId="427758632" sldId="256"/>
            <ac:cxnSpMk id="2119" creationId="{04DB25B2-6FAC-CECE-2AB6-DE97A75333B4}"/>
          </ac:cxnSpMkLst>
        </pc:cxnChg>
      </pc:sldChg>
      <pc:sldChg chg="addSp delSp modSp del mod delCm">
        <pc:chgData name="Maxime Kohler" userId="6fc84a47-88c8-436f-9020-030c6cac2d44" providerId="ADAL" clId="{8C209237-3ABF-4404-A65C-DB0D9DDA0D05}" dt="2023-08-09T13:39:06.832" v="269" actId="47"/>
        <pc:sldMkLst>
          <pc:docMk/>
          <pc:sldMk cId="2331213224" sldId="257"/>
        </pc:sldMkLst>
        <pc:spChg chg="mod">
          <ac:chgData name="Maxime Kohler" userId="6fc84a47-88c8-436f-9020-030c6cac2d44" providerId="ADAL" clId="{8C209237-3ABF-4404-A65C-DB0D9DDA0D05}" dt="2023-08-09T13:07:44.570" v="49" actId="1035"/>
          <ac:spMkLst>
            <pc:docMk/>
            <pc:sldMk cId="2331213224" sldId="257"/>
            <ac:spMk id="15" creationId="{81FDFF05-1A3B-3118-4164-EF2183D1A444}"/>
          </ac:spMkLst>
        </pc:spChg>
        <pc:spChg chg="mod">
          <ac:chgData name="Maxime Kohler" userId="6fc84a47-88c8-436f-9020-030c6cac2d44" providerId="ADAL" clId="{8C209237-3ABF-4404-A65C-DB0D9DDA0D05}" dt="2023-08-09T13:08:18.687" v="53" actId="14100"/>
          <ac:spMkLst>
            <pc:docMk/>
            <pc:sldMk cId="2331213224" sldId="257"/>
            <ac:spMk id="28" creationId="{DF58BB96-F893-5530-F829-28C48F60E731}"/>
          </ac:spMkLst>
        </pc:spChg>
        <pc:spChg chg="mod">
          <ac:chgData name="Maxime Kohler" userId="6fc84a47-88c8-436f-9020-030c6cac2d44" providerId="ADAL" clId="{8C209237-3ABF-4404-A65C-DB0D9DDA0D05}" dt="2023-08-09T13:08:14.799" v="52" actId="1076"/>
          <ac:spMkLst>
            <pc:docMk/>
            <pc:sldMk cId="2331213224" sldId="257"/>
            <ac:spMk id="32" creationId="{D9F2BDDA-B768-AF82-BA18-3BF2F3D622D9}"/>
          </ac:spMkLst>
        </pc:spChg>
        <pc:spChg chg="mod">
          <ac:chgData name="Maxime Kohler" userId="6fc84a47-88c8-436f-9020-030c6cac2d44" providerId="ADAL" clId="{8C209237-3ABF-4404-A65C-DB0D9DDA0D05}" dt="2023-08-09T13:08:14.799" v="52" actId="1076"/>
          <ac:spMkLst>
            <pc:docMk/>
            <pc:sldMk cId="2331213224" sldId="257"/>
            <ac:spMk id="35" creationId="{300EB32B-5837-A930-FDD1-B0416B8317E1}"/>
          </ac:spMkLst>
        </pc:spChg>
        <pc:spChg chg="mod">
          <ac:chgData name="Maxime Kohler" userId="6fc84a47-88c8-436f-9020-030c6cac2d44" providerId="ADAL" clId="{8C209237-3ABF-4404-A65C-DB0D9DDA0D05}" dt="2023-08-09T13:08:14.799" v="52" actId="1076"/>
          <ac:spMkLst>
            <pc:docMk/>
            <pc:sldMk cId="2331213224" sldId="257"/>
            <ac:spMk id="39" creationId="{D1AB858E-601D-A106-BDCA-855BA8D6CD5F}"/>
          </ac:spMkLst>
        </pc:spChg>
        <pc:spChg chg="mod">
          <ac:chgData name="Maxime Kohler" userId="6fc84a47-88c8-436f-9020-030c6cac2d44" providerId="ADAL" clId="{8C209237-3ABF-4404-A65C-DB0D9DDA0D05}" dt="2023-08-09T13:08:14.799" v="52" actId="1076"/>
          <ac:spMkLst>
            <pc:docMk/>
            <pc:sldMk cId="2331213224" sldId="257"/>
            <ac:spMk id="40" creationId="{9FC9E1AE-32DB-B328-6A37-3212D8018C96}"/>
          </ac:spMkLst>
        </pc:spChg>
        <pc:graphicFrameChg chg="mod">
          <ac:chgData name="Maxime Kohler" userId="6fc84a47-88c8-436f-9020-030c6cac2d44" providerId="ADAL" clId="{8C209237-3ABF-4404-A65C-DB0D9DDA0D05}" dt="2023-08-09T13:07:44.570" v="49" actId="1035"/>
          <ac:graphicFrameMkLst>
            <pc:docMk/>
            <pc:sldMk cId="2331213224" sldId="257"/>
            <ac:graphicFrameMk id="2" creationId="{EEF9EE29-A0AB-430A-A2CE-F45CB88B285C}"/>
          </ac:graphicFrameMkLst>
        </pc:graphicFrameChg>
        <pc:graphicFrameChg chg="add del mod">
          <ac:chgData name="Maxime Kohler" userId="6fc84a47-88c8-436f-9020-030c6cac2d44" providerId="ADAL" clId="{8C209237-3ABF-4404-A65C-DB0D9DDA0D05}" dt="2023-08-09T13:19:10.328" v="59"/>
          <ac:graphicFrameMkLst>
            <pc:docMk/>
            <pc:sldMk cId="2331213224" sldId="257"/>
            <ac:graphicFrameMk id="3" creationId="{B6A7A8CF-BF2E-B60F-E9A8-C49FA1D6D09D}"/>
          </ac:graphicFrameMkLst>
        </pc:graphicFrameChg>
        <pc:graphicFrameChg chg="add del mod">
          <ac:chgData name="Maxime Kohler" userId="6fc84a47-88c8-436f-9020-030c6cac2d44" providerId="ADAL" clId="{8C209237-3ABF-4404-A65C-DB0D9DDA0D05}" dt="2023-08-09T13:19:21.906" v="69"/>
          <ac:graphicFrameMkLst>
            <pc:docMk/>
            <pc:sldMk cId="2331213224" sldId="257"/>
            <ac:graphicFrameMk id="4" creationId="{235EC394-1BF0-C21E-0906-95073C15A16A}"/>
          </ac:graphicFrameMkLst>
        </pc:graphicFrameChg>
        <pc:graphicFrameChg chg="add del mod">
          <ac:chgData name="Maxime Kohler" userId="6fc84a47-88c8-436f-9020-030c6cac2d44" providerId="ADAL" clId="{8C209237-3ABF-4404-A65C-DB0D9DDA0D05}" dt="2023-08-09T13:20:20.078" v="81" actId="478"/>
          <ac:graphicFrameMkLst>
            <pc:docMk/>
            <pc:sldMk cId="2331213224" sldId="257"/>
            <ac:graphicFrameMk id="5" creationId="{26D65353-E4C3-9400-CF5E-A981B14BF68C}"/>
          </ac:graphicFrameMkLst>
        </pc:graphicFrameChg>
        <pc:graphicFrameChg chg="add del mod">
          <ac:chgData name="Maxime Kohler" userId="6fc84a47-88c8-436f-9020-030c6cac2d44" providerId="ADAL" clId="{8C209237-3ABF-4404-A65C-DB0D9DDA0D05}" dt="2023-08-09T13:20:26.472" v="87"/>
          <ac:graphicFrameMkLst>
            <pc:docMk/>
            <pc:sldMk cId="2331213224" sldId="257"/>
            <ac:graphicFrameMk id="6" creationId="{FA66E9B3-557C-106C-F5A9-AE4D4FD9400A}"/>
          </ac:graphicFrameMkLst>
        </pc:graphicFrameChg>
        <pc:graphicFrameChg chg="add del mod">
          <ac:chgData name="Maxime Kohler" userId="6fc84a47-88c8-436f-9020-030c6cac2d44" providerId="ADAL" clId="{8C209237-3ABF-4404-A65C-DB0D9DDA0D05}" dt="2023-08-09T13:20:50.984" v="92" actId="478"/>
          <ac:graphicFrameMkLst>
            <pc:docMk/>
            <pc:sldMk cId="2331213224" sldId="257"/>
            <ac:graphicFrameMk id="8" creationId="{EE885BA9-2D76-FDAE-34D8-9BE70F1857AE}"/>
          </ac:graphicFrameMkLst>
        </pc:graphicFrameChg>
        <pc:graphicFrameChg chg="add del mod modGraphic">
          <ac:chgData name="Maxime Kohler" userId="6fc84a47-88c8-436f-9020-030c6cac2d44" providerId="ADAL" clId="{8C209237-3ABF-4404-A65C-DB0D9DDA0D05}" dt="2023-08-09T13:24:44.920" v="142" actId="478"/>
          <ac:graphicFrameMkLst>
            <pc:docMk/>
            <pc:sldMk cId="2331213224" sldId="257"/>
            <ac:graphicFrameMk id="10" creationId="{E4608F55-2CDC-F0B4-C4D7-5D3F82F66325}"/>
          </ac:graphicFrameMkLst>
        </pc:graphicFrameChg>
        <pc:graphicFrameChg chg="add del mod">
          <ac:chgData name="Maxime Kohler" userId="6fc84a47-88c8-436f-9020-030c6cac2d44" providerId="ADAL" clId="{8C209237-3ABF-4404-A65C-DB0D9DDA0D05}" dt="2023-08-09T13:25:22.379" v="147" actId="478"/>
          <ac:graphicFrameMkLst>
            <pc:docMk/>
            <pc:sldMk cId="2331213224" sldId="257"/>
            <ac:graphicFrameMk id="11" creationId="{681D19E6-7A73-12FD-4168-82B02D824BD1}"/>
          </ac:graphicFrameMkLst>
        </pc:graphicFrameChg>
        <pc:graphicFrameChg chg="add del mod">
          <ac:chgData name="Maxime Kohler" userId="6fc84a47-88c8-436f-9020-030c6cac2d44" providerId="ADAL" clId="{8C209237-3ABF-4404-A65C-DB0D9DDA0D05}" dt="2023-08-09T13:25:26.040" v="149"/>
          <ac:graphicFrameMkLst>
            <pc:docMk/>
            <pc:sldMk cId="2331213224" sldId="257"/>
            <ac:graphicFrameMk id="12" creationId="{3E768D9E-3C06-1C0D-F415-1B7658BE4671}"/>
          </ac:graphicFrameMkLst>
        </pc:graphicFrameChg>
        <pc:graphicFrameChg chg="add del mod">
          <ac:chgData name="Maxime Kohler" userId="6fc84a47-88c8-436f-9020-030c6cac2d44" providerId="ADAL" clId="{8C209237-3ABF-4404-A65C-DB0D9DDA0D05}" dt="2023-08-09T13:25:58.351" v="163"/>
          <ac:graphicFrameMkLst>
            <pc:docMk/>
            <pc:sldMk cId="2331213224" sldId="257"/>
            <ac:graphicFrameMk id="14" creationId="{FBB4678B-2DFB-1EBC-9FD0-E469F7A88DB6}"/>
          </ac:graphicFrameMkLst>
        </pc:graphicFrameChg>
        <pc:graphicFrameChg chg="add del mod">
          <ac:chgData name="Maxime Kohler" userId="6fc84a47-88c8-436f-9020-030c6cac2d44" providerId="ADAL" clId="{8C209237-3ABF-4404-A65C-DB0D9DDA0D05}" dt="2023-08-09T13:26:03.927" v="168"/>
          <ac:graphicFrameMkLst>
            <pc:docMk/>
            <pc:sldMk cId="2331213224" sldId="257"/>
            <ac:graphicFrameMk id="16" creationId="{E6B431C8-CD52-489C-957E-E63C2D2D9158}"/>
          </ac:graphicFrameMkLst>
        </pc:graphicFrameChg>
        <pc:graphicFrameChg chg="add del mod">
          <ac:chgData name="Maxime Kohler" userId="6fc84a47-88c8-436f-9020-030c6cac2d44" providerId="ADAL" clId="{8C209237-3ABF-4404-A65C-DB0D9DDA0D05}" dt="2023-08-09T13:26:26.548" v="177"/>
          <ac:graphicFrameMkLst>
            <pc:docMk/>
            <pc:sldMk cId="2331213224" sldId="257"/>
            <ac:graphicFrameMk id="18" creationId="{BB1D9E06-97AA-0F79-1F6D-7CEA1A5247A7}"/>
          </ac:graphicFrameMkLst>
        </pc:graphicFrameChg>
        <pc:graphicFrameChg chg="add del mod">
          <ac:chgData name="Maxime Kohler" userId="6fc84a47-88c8-436f-9020-030c6cac2d44" providerId="ADAL" clId="{8C209237-3ABF-4404-A65C-DB0D9DDA0D05}" dt="2023-08-09T13:26:58.657" v="185"/>
          <ac:graphicFrameMkLst>
            <pc:docMk/>
            <pc:sldMk cId="2331213224" sldId="257"/>
            <ac:graphicFrameMk id="20" creationId="{9AC0FF5B-380A-3FCA-9455-A30E7D7FAA3B}"/>
          </ac:graphicFrameMkLst>
        </pc:graphicFrameChg>
        <pc:graphicFrameChg chg="add del mod">
          <ac:chgData name="Maxime Kohler" userId="6fc84a47-88c8-436f-9020-030c6cac2d44" providerId="ADAL" clId="{8C209237-3ABF-4404-A65C-DB0D9DDA0D05}" dt="2023-08-09T13:27:24.856" v="190" actId="478"/>
          <ac:graphicFrameMkLst>
            <pc:docMk/>
            <pc:sldMk cId="2331213224" sldId="257"/>
            <ac:graphicFrameMk id="21" creationId="{536DD037-A719-F92C-A888-96E0813AB600}"/>
          </ac:graphicFrameMkLst>
        </pc:graphicFrameChg>
        <pc:picChg chg="mod">
          <ac:chgData name="Maxime Kohler" userId="6fc84a47-88c8-436f-9020-030c6cac2d44" providerId="ADAL" clId="{8C209237-3ABF-4404-A65C-DB0D9DDA0D05}" dt="2023-08-09T13:08:14.799" v="52" actId="1076"/>
          <ac:picMkLst>
            <pc:docMk/>
            <pc:sldMk cId="2331213224" sldId="257"/>
            <ac:picMk id="7" creationId="{AA86545C-6848-6C77-00BC-CED9D8BE11C5}"/>
          </ac:picMkLst>
        </pc:picChg>
        <pc:picChg chg="add del mod">
          <ac:chgData name="Maxime Kohler" userId="6fc84a47-88c8-436f-9020-030c6cac2d44" providerId="ADAL" clId="{8C209237-3ABF-4404-A65C-DB0D9DDA0D05}" dt="2023-08-09T13:26:13.567" v="173" actId="478"/>
          <ac:picMkLst>
            <pc:docMk/>
            <pc:sldMk cId="2331213224" sldId="257"/>
            <ac:picMk id="9" creationId="{D283A4AA-8AE5-E21B-41E4-8B4BADDCEEA2}"/>
          </ac:picMkLst>
        </pc:picChg>
        <pc:picChg chg="add del">
          <ac:chgData name="Maxime Kohler" userId="6fc84a47-88c8-436f-9020-030c6cac2d44" providerId="ADAL" clId="{8C209237-3ABF-4404-A65C-DB0D9DDA0D05}" dt="2023-08-09T13:25:30.218" v="155"/>
          <ac:picMkLst>
            <pc:docMk/>
            <pc:sldMk cId="2331213224" sldId="257"/>
            <ac:picMk id="13" creationId="{1CC7E8CC-5686-6851-337F-8E4B98D28F08}"/>
          </ac:picMkLst>
        </pc:picChg>
        <pc:picChg chg="add del mod">
          <ac:chgData name="Maxime Kohler" userId="6fc84a47-88c8-436f-9020-030c6cac2d44" providerId="ADAL" clId="{8C209237-3ABF-4404-A65C-DB0D9DDA0D05}" dt="2023-08-09T13:26:13.181" v="172"/>
          <ac:picMkLst>
            <pc:docMk/>
            <pc:sldMk cId="2331213224" sldId="257"/>
            <ac:picMk id="17" creationId="{F3673A17-C6FF-8EE6-4600-8CA3C610D6C7}"/>
          </ac:picMkLst>
        </pc:picChg>
        <pc:picChg chg="add del mod">
          <ac:chgData name="Maxime Kohler" userId="6fc84a47-88c8-436f-9020-030c6cac2d44" providerId="ADAL" clId="{8C209237-3ABF-4404-A65C-DB0D9DDA0D05}" dt="2023-08-09T13:26:46.463" v="181" actId="478"/>
          <ac:picMkLst>
            <pc:docMk/>
            <pc:sldMk cId="2331213224" sldId="257"/>
            <ac:picMk id="19" creationId="{E081F2A6-2771-07CB-5B72-020CB8245B23}"/>
          </ac:picMkLst>
        </pc:picChg>
        <pc:picChg chg="mod">
          <ac:chgData name="Maxime Kohler" userId="6fc84a47-88c8-436f-9020-030c6cac2d44" providerId="ADAL" clId="{8C209237-3ABF-4404-A65C-DB0D9DDA0D05}" dt="2023-08-09T13:08:14.799" v="52" actId="1076"/>
          <ac:picMkLst>
            <pc:docMk/>
            <pc:sldMk cId="2331213224" sldId="257"/>
            <ac:picMk id="36" creationId="{DEA90458-F843-0004-0F89-FC23966B5C31}"/>
          </ac:picMkLst>
        </pc:picChg>
        <pc:picChg chg="mod">
          <ac:chgData name="Maxime Kohler" userId="6fc84a47-88c8-436f-9020-030c6cac2d44" providerId="ADAL" clId="{8C209237-3ABF-4404-A65C-DB0D9DDA0D05}" dt="2023-08-09T13:08:14.799" v="52" actId="1076"/>
          <ac:picMkLst>
            <pc:docMk/>
            <pc:sldMk cId="2331213224" sldId="257"/>
            <ac:picMk id="42" creationId="{385497BA-1A2D-B60F-2369-87E8165B3AF3}"/>
          </ac:picMkLst>
        </pc:picChg>
        <pc:picChg chg="add del mod">
          <ac:chgData name="Maxime Kohler" userId="6fc84a47-88c8-436f-9020-030c6cac2d44" providerId="ADAL" clId="{8C209237-3ABF-4404-A65C-DB0D9DDA0D05}" dt="2023-08-09T13:19:10.328" v="59"/>
          <ac:picMkLst>
            <pc:docMk/>
            <pc:sldMk cId="2331213224" sldId="257"/>
            <ac:picMk id="1025" creationId="{343BD086-C700-DC4A-93F2-7DDDFA65D4C0}"/>
          </ac:picMkLst>
        </pc:picChg>
        <pc:picChg chg="add del mod">
          <ac:chgData name="Maxime Kohler" userId="6fc84a47-88c8-436f-9020-030c6cac2d44" providerId="ADAL" clId="{8C209237-3ABF-4404-A65C-DB0D9DDA0D05}" dt="2023-08-09T13:19:10.328" v="59"/>
          <ac:picMkLst>
            <pc:docMk/>
            <pc:sldMk cId="2331213224" sldId="257"/>
            <ac:picMk id="1026" creationId="{4286D2D5-BAEA-4387-A144-5E0FDCFD1AE1}"/>
          </ac:picMkLst>
        </pc:picChg>
        <pc:picChg chg="add del mod">
          <ac:chgData name="Maxime Kohler" userId="6fc84a47-88c8-436f-9020-030c6cac2d44" providerId="ADAL" clId="{8C209237-3ABF-4404-A65C-DB0D9DDA0D05}" dt="2023-08-09T13:19:10.328" v="59"/>
          <ac:picMkLst>
            <pc:docMk/>
            <pc:sldMk cId="2331213224" sldId="257"/>
            <ac:picMk id="1027" creationId="{97D86E32-E25E-6FA7-E98C-29F10B3FC54D}"/>
          </ac:picMkLst>
        </pc:picChg>
        <pc:picChg chg="add del mod">
          <ac:chgData name="Maxime Kohler" userId="6fc84a47-88c8-436f-9020-030c6cac2d44" providerId="ADAL" clId="{8C209237-3ABF-4404-A65C-DB0D9DDA0D05}" dt="2023-08-09T13:19:10.328" v="59"/>
          <ac:picMkLst>
            <pc:docMk/>
            <pc:sldMk cId="2331213224" sldId="257"/>
            <ac:picMk id="1028" creationId="{91D0C801-911D-8A6B-BCFA-B7A553C4F15D}"/>
          </ac:picMkLst>
        </pc:picChg>
        <pc:picChg chg="add del mod">
          <ac:chgData name="Maxime Kohler" userId="6fc84a47-88c8-436f-9020-030c6cac2d44" providerId="ADAL" clId="{8C209237-3ABF-4404-A65C-DB0D9DDA0D05}" dt="2023-08-09T13:19:10.328" v="59"/>
          <ac:picMkLst>
            <pc:docMk/>
            <pc:sldMk cId="2331213224" sldId="257"/>
            <ac:picMk id="1029" creationId="{E5A373B2-A4FE-5F9E-B6BB-81A26A159B62}"/>
          </ac:picMkLst>
        </pc:picChg>
        <pc:picChg chg="add del mod">
          <ac:chgData name="Maxime Kohler" userId="6fc84a47-88c8-436f-9020-030c6cac2d44" providerId="ADAL" clId="{8C209237-3ABF-4404-A65C-DB0D9DDA0D05}" dt="2023-08-09T13:19:10.328" v="59"/>
          <ac:picMkLst>
            <pc:docMk/>
            <pc:sldMk cId="2331213224" sldId="257"/>
            <ac:picMk id="1030" creationId="{8A1C5AA6-FA83-9425-D7E7-F62B97646E60}"/>
          </ac:picMkLst>
        </pc:picChg>
        <pc:picChg chg="add del mod">
          <ac:chgData name="Maxime Kohler" userId="6fc84a47-88c8-436f-9020-030c6cac2d44" providerId="ADAL" clId="{8C209237-3ABF-4404-A65C-DB0D9DDA0D05}" dt="2023-08-09T13:19:10.328" v="59"/>
          <ac:picMkLst>
            <pc:docMk/>
            <pc:sldMk cId="2331213224" sldId="257"/>
            <ac:picMk id="1031" creationId="{055EC391-407D-B75D-B428-C2F05687943F}"/>
          </ac:picMkLst>
        </pc:picChg>
        <pc:picChg chg="add del mod">
          <ac:chgData name="Maxime Kohler" userId="6fc84a47-88c8-436f-9020-030c6cac2d44" providerId="ADAL" clId="{8C209237-3ABF-4404-A65C-DB0D9DDA0D05}" dt="2023-08-09T13:19:10.328" v="59"/>
          <ac:picMkLst>
            <pc:docMk/>
            <pc:sldMk cId="2331213224" sldId="257"/>
            <ac:picMk id="1032" creationId="{28D97568-6F94-7C38-93F8-85C90A66D218}"/>
          </ac:picMkLst>
        </pc:picChg>
        <pc:picChg chg="add del mod">
          <ac:chgData name="Maxime Kohler" userId="6fc84a47-88c8-436f-9020-030c6cac2d44" providerId="ADAL" clId="{8C209237-3ABF-4404-A65C-DB0D9DDA0D05}" dt="2023-08-09T13:19:10.328" v="59"/>
          <ac:picMkLst>
            <pc:docMk/>
            <pc:sldMk cId="2331213224" sldId="257"/>
            <ac:picMk id="1033" creationId="{6287135F-FE52-F461-7E6B-DDEE36F592CB}"/>
          </ac:picMkLst>
        </pc:picChg>
        <pc:picChg chg="add del mod">
          <ac:chgData name="Maxime Kohler" userId="6fc84a47-88c8-436f-9020-030c6cac2d44" providerId="ADAL" clId="{8C209237-3ABF-4404-A65C-DB0D9DDA0D05}" dt="2023-08-09T13:19:21.906" v="69"/>
          <ac:picMkLst>
            <pc:docMk/>
            <pc:sldMk cId="2331213224" sldId="257"/>
            <ac:picMk id="1034" creationId="{DEC1597A-7643-CEEF-A2CF-DF505E352CA3}"/>
          </ac:picMkLst>
        </pc:picChg>
        <pc:picChg chg="add del mod">
          <ac:chgData name="Maxime Kohler" userId="6fc84a47-88c8-436f-9020-030c6cac2d44" providerId="ADAL" clId="{8C209237-3ABF-4404-A65C-DB0D9DDA0D05}" dt="2023-08-09T13:19:21.906" v="69"/>
          <ac:picMkLst>
            <pc:docMk/>
            <pc:sldMk cId="2331213224" sldId="257"/>
            <ac:picMk id="1035" creationId="{04FBAEA2-D5C3-B0B7-E4FB-57B4D0F66F87}"/>
          </ac:picMkLst>
        </pc:picChg>
        <pc:picChg chg="add del mod">
          <ac:chgData name="Maxime Kohler" userId="6fc84a47-88c8-436f-9020-030c6cac2d44" providerId="ADAL" clId="{8C209237-3ABF-4404-A65C-DB0D9DDA0D05}" dt="2023-08-09T13:19:21.906" v="69"/>
          <ac:picMkLst>
            <pc:docMk/>
            <pc:sldMk cId="2331213224" sldId="257"/>
            <ac:picMk id="1036" creationId="{AA6675DD-2DED-F915-C42A-D8CC69A2CFB1}"/>
          </ac:picMkLst>
        </pc:picChg>
        <pc:picChg chg="add del mod">
          <ac:chgData name="Maxime Kohler" userId="6fc84a47-88c8-436f-9020-030c6cac2d44" providerId="ADAL" clId="{8C209237-3ABF-4404-A65C-DB0D9DDA0D05}" dt="2023-08-09T13:19:21.906" v="69"/>
          <ac:picMkLst>
            <pc:docMk/>
            <pc:sldMk cId="2331213224" sldId="257"/>
            <ac:picMk id="1037" creationId="{CCAFC2AB-E8D6-4444-2871-E157E80D8B47}"/>
          </ac:picMkLst>
        </pc:picChg>
        <pc:picChg chg="add del mod">
          <ac:chgData name="Maxime Kohler" userId="6fc84a47-88c8-436f-9020-030c6cac2d44" providerId="ADAL" clId="{8C209237-3ABF-4404-A65C-DB0D9DDA0D05}" dt="2023-08-09T13:19:21.906" v="69"/>
          <ac:picMkLst>
            <pc:docMk/>
            <pc:sldMk cId="2331213224" sldId="257"/>
            <ac:picMk id="1038" creationId="{CDF3B761-D08A-F42C-A999-B6AA3466E706}"/>
          </ac:picMkLst>
        </pc:picChg>
        <pc:picChg chg="add del mod">
          <ac:chgData name="Maxime Kohler" userId="6fc84a47-88c8-436f-9020-030c6cac2d44" providerId="ADAL" clId="{8C209237-3ABF-4404-A65C-DB0D9DDA0D05}" dt="2023-08-09T13:19:21.906" v="69"/>
          <ac:picMkLst>
            <pc:docMk/>
            <pc:sldMk cId="2331213224" sldId="257"/>
            <ac:picMk id="1039" creationId="{A545779B-D73D-5368-FDC5-24FD11EFFD69}"/>
          </ac:picMkLst>
        </pc:picChg>
        <pc:picChg chg="add del mod">
          <ac:chgData name="Maxime Kohler" userId="6fc84a47-88c8-436f-9020-030c6cac2d44" providerId="ADAL" clId="{8C209237-3ABF-4404-A65C-DB0D9DDA0D05}" dt="2023-08-09T13:19:21.906" v="69"/>
          <ac:picMkLst>
            <pc:docMk/>
            <pc:sldMk cId="2331213224" sldId="257"/>
            <ac:picMk id="1040" creationId="{93ED73BF-8BE5-FEDB-7ABA-872BE0FB363E}"/>
          </ac:picMkLst>
        </pc:picChg>
        <pc:picChg chg="add del mod">
          <ac:chgData name="Maxime Kohler" userId="6fc84a47-88c8-436f-9020-030c6cac2d44" providerId="ADAL" clId="{8C209237-3ABF-4404-A65C-DB0D9DDA0D05}" dt="2023-08-09T13:19:21.906" v="69"/>
          <ac:picMkLst>
            <pc:docMk/>
            <pc:sldMk cId="2331213224" sldId="257"/>
            <ac:picMk id="1041" creationId="{3277E1BD-8E83-F1AB-443A-A49C0BCCC205}"/>
          </ac:picMkLst>
        </pc:picChg>
        <pc:picChg chg="add del mod">
          <ac:chgData name="Maxime Kohler" userId="6fc84a47-88c8-436f-9020-030c6cac2d44" providerId="ADAL" clId="{8C209237-3ABF-4404-A65C-DB0D9DDA0D05}" dt="2023-08-09T13:19:21.906" v="69"/>
          <ac:picMkLst>
            <pc:docMk/>
            <pc:sldMk cId="2331213224" sldId="257"/>
            <ac:picMk id="1042" creationId="{2DCEA62A-AEEB-1B8D-8B8B-E1533ADCA3CF}"/>
          </ac:picMkLst>
        </pc:picChg>
        <pc:picChg chg="add del mod">
          <ac:chgData name="Maxime Kohler" userId="6fc84a47-88c8-436f-9020-030c6cac2d44" providerId="ADAL" clId="{8C209237-3ABF-4404-A65C-DB0D9DDA0D05}" dt="2023-08-09T13:20:26.472" v="87"/>
          <ac:picMkLst>
            <pc:docMk/>
            <pc:sldMk cId="2331213224" sldId="257"/>
            <ac:picMk id="1043" creationId="{2ADBD6B1-2EBF-3F03-DA42-641E2F0A2353}"/>
          </ac:picMkLst>
        </pc:picChg>
        <pc:picChg chg="add del mod">
          <ac:chgData name="Maxime Kohler" userId="6fc84a47-88c8-436f-9020-030c6cac2d44" providerId="ADAL" clId="{8C209237-3ABF-4404-A65C-DB0D9DDA0D05}" dt="2023-08-09T13:20:26.472" v="87"/>
          <ac:picMkLst>
            <pc:docMk/>
            <pc:sldMk cId="2331213224" sldId="257"/>
            <ac:picMk id="1044" creationId="{847FF7E8-0BC1-058C-CAB9-A245784D1C2C}"/>
          </ac:picMkLst>
        </pc:picChg>
        <pc:picChg chg="add del mod">
          <ac:chgData name="Maxime Kohler" userId="6fc84a47-88c8-436f-9020-030c6cac2d44" providerId="ADAL" clId="{8C209237-3ABF-4404-A65C-DB0D9DDA0D05}" dt="2023-08-09T13:20:26.472" v="87"/>
          <ac:picMkLst>
            <pc:docMk/>
            <pc:sldMk cId="2331213224" sldId="257"/>
            <ac:picMk id="1045" creationId="{A5F537E6-390A-22AE-F28C-9343F32B6B07}"/>
          </ac:picMkLst>
        </pc:picChg>
        <pc:picChg chg="add del mod">
          <ac:chgData name="Maxime Kohler" userId="6fc84a47-88c8-436f-9020-030c6cac2d44" providerId="ADAL" clId="{8C209237-3ABF-4404-A65C-DB0D9DDA0D05}" dt="2023-08-09T13:20:26.472" v="87"/>
          <ac:picMkLst>
            <pc:docMk/>
            <pc:sldMk cId="2331213224" sldId="257"/>
            <ac:picMk id="1046" creationId="{6B895360-3DC0-4B5B-F31A-FB1271B14253}"/>
          </ac:picMkLst>
        </pc:picChg>
        <pc:picChg chg="add del mod">
          <ac:chgData name="Maxime Kohler" userId="6fc84a47-88c8-436f-9020-030c6cac2d44" providerId="ADAL" clId="{8C209237-3ABF-4404-A65C-DB0D9DDA0D05}" dt="2023-08-09T13:20:26.472" v="87"/>
          <ac:picMkLst>
            <pc:docMk/>
            <pc:sldMk cId="2331213224" sldId="257"/>
            <ac:picMk id="1047" creationId="{929C2963-DEA9-914F-4FC9-116646D4F515}"/>
          </ac:picMkLst>
        </pc:picChg>
        <pc:picChg chg="add del mod">
          <ac:chgData name="Maxime Kohler" userId="6fc84a47-88c8-436f-9020-030c6cac2d44" providerId="ADAL" clId="{8C209237-3ABF-4404-A65C-DB0D9DDA0D05}" dt="2023-08-09T13:20:26.472" v="87"/>
          <ac:picMkLst>
            <pc:docMk/>
            <pc:sldMk cId="2331213224" sldId="257"/>
            <ac:picMk id="1048" creationId="{6891A231-343F-B07A-C796-2D4B8DC49C28}"/>
          </ac:picMkLst>
        </pc:picChg>
        <pc:picChg chg="add del mod">
          <ac:chgData name="Maxime Kohler" userId="6fc84a47-88c8-436f-9020-030c6cac2d44" providerId="ADAL" clId="{8C209237-3ABF-4404-A65C-DB0D9DDA0D05}" dt="2023-08-09T13:20:26.472" v="87"/>
          <ac:picMkLst>
            <pc:docMk/>
            <pc:sldMk cId="2331213224" sldId="257"/>
            <ac:picMk id="1049" creationId="{2ACE5F3E-5F22-7023-6036-5474CF96A506}"/>
          </ac:picMkLst>
        </pc:picChg>
        <pc:picChg chg="add del mod">
          <ac:chgData name="Maxime Kohler" userId="6fc84a47-88c8-436f-9020-030c6cac2d44" providerId="ADAL" clId="{8C209237-3ABF-4404-A65C-DB0D9DDA0D05}" dt="2023-08-09T13:20:26.472" v="87"/>
          <ac:picMkLst>
            <pc:docMk/>
            <pc:sldMk cId="2331213224" sldId="257"/>
            <ac:picMk id="1050" creationId="{103DEE46-457C-C076-3DF9-93344C25CC63}"/>
          </ac:picMkLst>
        </pc:picChg>
        <pc:picChg chg="add del mod">
          <ac:chgData name="Maxime Kohler" userId="6fc84a47-88c8-436f-9020-030c6cac2d44" providerId="ADAL" clId="{8C209237-3ABF-4404-A65C-DB0D9DDA0D05}" dt="2023-08-09T13:20:26.472" v="87"/>
          <ac:picMkLst>
            <pc:docMk/>
            <pc:sldMk cId="2331213224" sldId="257"/>
            <ac:picMk id="1051" creationId="{F9676622-F752-217F-FA7D-960D8A334A1F}"/>
          </ac:picMkLst>
        </pc:picChg>
        <pc:picChg chg="add del mod">
          <ac:chgData name="Maxime Kohler" userId="6fc84a47-88c8-436f-9020-030c6cac2d44" providerId="ADAL" clId="{8C209237-3ABF-4404-A65C-DB0D9DDA0D05}" dt="2023-08-09T13:25:22.379" v="147" actId="478"/>
          <ac:picMkLst>
            <pc:docMk/>
            <pc:sldMk cId="2331213224" sldId="257"/>
            <ac:picMk id="1052" creationId="{9FFF93B4-541A-4C64-4405-9F23575672FF}"/>
          </ac:picMkLst>
        </pc:picChg>
        <pc:picChg chg="add del mod">
          <ac:chgData name="Maxime Kohler" userId="6fc84a47-88c8-436f-9020-030c6cac2d44" providerId="ADAL" clId="{8C209237-3ABF-4404-A65C-DB0D9DDA0D05}" dt="2023-08-09T13:25:22.379" v="147" actId="478"/>
          <ac:picMkLst>
            <pc:docMk/>
            <pc:sldMk cId="2331213224" sldId="257"/>
            <ac:picMk id="1053" creationId="{F77F4572-D42C-5F1F-7AAB-66C29BFF77CD}"/>
          </ac:picMkLst>
        </pc:picChg>
        <pc:picChg chg="add del mod">
          <ac:chgData name="Maxime Kohler" userId="6fc84a47-88c8-436f-9020-030c6cac2d44" providerId="ADAL" clId="{8C209237-3ABF-4404-A65C-DB0D9DDA0D05}" dt="2023-08-09T13:25:22.379" v="147" actId="478"/>
          <ac:picMkLst>
            <pc:docMk/>
            <pc:sldMk cId="2331213224" sldId="257"/>
            <ac:picMk id="1054" creationId="{818D2FF1-A77A-FDB7-4CF1-569145F9D6AF}"/>
          </ac:picMkLst>
        </pc:picChg>
        <pc:picChg chg="add del mod">
          <ac:chgData name="Maxime Kohler" userId="6fc84a47-88c8-436f-9020-030c6cac2d44" providerId="ADAL" clId="{8C209237-3ABF-4404-A65C-DB0D9DDA0D05}" dt="2023-08-09T13:25:26.040" v="149"/>
          <ac:picMkLst>
            <pc:docMk/>
            <pc:sldMk cId="2331213224" sldId="257"/>
            <ac:picMk id="1055" creationId="{7A32864D-6B75-14B3-6160-ACF64897DEB9}"/>
          </ac:picMkLst>
        </pc:picChg>
        <pc:picChg chg="add del mod">
          <ac:chgData name="Maxime Kohler" userId="6fc84a47-88c8-436f-9020-030c6cac2d44" providerId="ADAL" clId="{8C209237-3ABF-4404-A65C-DB0D9DDA0D05}" dt="2023-08-09T13:25:26.040" v="149"/>
          <ac:picMkLst>
            <pc:docMk/>
            <pc:sldMk cId="2331213224" sldId="257"/>
            <ac:picMk id="1056" creationId="{622950EC-64C1-838A-837D-781D73F26B72}"/>
          </ac:picMkLst>
        </pc:picChg>
        <pc:picChg chg="add del mod">
          <ac:chgData name="Maxime Kohler" userId="6fc84a47-88c8-436f-9020-030c6cac2d44" providerId="ADAL" clId="{8C209237-3ABF-4404-A65C-DB0D9DDA0D05}" dt="2023-08-09T13:25:26.040" v="149"/>
          <ac:picMkLst>
            <pc:docMk/>
            <pc:sldMk cId="2331213224" sldId="257"/>
            <ac:picMk id="1057" creationId="{48EF6B9F-258D-5057-BF93-6754C85D0B95}"/>
          </ac:picMkLst>
        </pc:picChg>
        <pc:picChg chg="add del mod">
          <ac:chgData name="Maxime Kohler" userId="6fc84a47-88c8-436f-9020-030c6cac2d44" providerId="ADAL" clId="{8C209237-3ABF-4404-A65C-DB0D9DDA0D05}" dt="2023-08-09T13:26:03.927" v="168"/>
          <ac:picMkLst>
            <pc:docMk/>
            <pc:sldMk cId="2331213224" sldId="257"/>
            <ac:picMk id="1058" creationId="{62135513-37D4-3074-6B05-F6472EC08870}"/>
          </ac:picMkLst>
        </pc:picChg>
        <pc:picChg chg="add del mod">
          <ac:chgData name="Maxime Kohler" userId="6fc84a47-88c8-436f-9020-030c6cac2d44" providerId="ADAL" clId="{8C209237-3ABF-4404-A65C-DB0D9DDA0D05}" dt="2023-08-09T13:26:03.927" v="168"/>
          <ac:picMkLst>
            <pc:docMk/>
            <pc:sldMk cId="2331213224" sldId="257"/>
            <ac:picMk id="1059" creationId="{7B71F39B-4A14-1698-2FB9-5F01EC90C37D}"/>
          </ac:picMkLst>
        </pc:picChg>
        <pc:picChg chg="add del mod">
          <ac:chgData name="Maxime Kohler" userId="6fc84a47-88c8-436f-9020-030c6cac2d44" providerId="ADAL" clId="{8C209237-3ABF-4404-A65C-DB0D9DDA0D05}" dt="2023-08-09T13:26:03.927" v="168"/>
          <ac:picMkLst>
            <pc:docMk/>
            <pc:sldMk cId="2331213224" sldId="257"/>
            <ac:picMk id="1060" creationId="{D9787FEC-7DA1-0DC1-5BAA-C1F4C4960485}"/>
          </ac:picMkLst>
        </pc:picChg>
        <pc:picChg chg="add del mod">
          <ac:chgData name="Maxime Kohler" userId="6fc84a47-88c8-436f-9020-030c6cac2d44" providerId="ADAL" clId="{8C209237-3ABF-4404-A65C-DB0D9DDA0D05}" dt="2023-08-09T13:26:26.548" v="177"/>
          <ac:picMkLst>
            <pc:docMk/>
            <pc:sldMk cId="2331213224" sldId="257"/>
            <ac:picMk id="1061" creationId="{17E078EF-5BB9-D73A-BF4C-075BE3AFC21E}"/>
          </ac:picMkLst>
        </pc:picChg>
        <pc:picChg chg="add del mod">
          <ac:chgData name="Maxime Kohler" userId="6fc84a47-88c8-436f-9020-030c6cac2d44" providerId="ADAL" clId="{8C209237-3ABF-4404-A65C-DB0D9DDA0D05}" dt="2023-08-09T13:26:26.548" v="177"/>
          <ac:picMkLst>
            <pc:docMk/>
            <pc:sldMk cId="2331213224" sldId="257"/>
            <ac:picMk id="1062" creationId="{3477303F-F42A-9BCC-FEA9-C2AEE9F0B882}"/>
          </ac:picMkLst>
        </pc:picChg>
        <pc:picChg chg="add del mod">
          <ac:chgData name="Maxime Kohler" userId="6fc84a47-88c8-436f-9020-030c6cac2d44" providerId="ADAL" clId="{8C209237-3ABF-4404-A65C-DB0D9DDA0D05}" dt="2023-08-09T13:26:26.548" v="177"/>
          <ac:picMkLst>
            <pc:docMk/>
            <pc:sldMk cId="2331213224" sldId="257"/>
            <ac:picMk id="1063" creationId="{15256F73-A2AC-4210-31C0-DD1EC99B05DF}"/>
          </ac:picMkLst>
        </pc:picChg>
        <pc:picChg chg="add del mod">
          <ac:chgData name="Maxime Kohler" userId="6fc84a47-88c8-436f-9020-030c6cac2d44" providerId="ADAL" clId="{8C209237-3ABF-4404-A65C-DB0D9DDA0D05}" dt="2023-08-09T13:26:26.548" v="177"/>
          <ac:picMkLst>
            <pc:docMk/>
            <pc:sldMk cId="2331213224" sldId="257"/>
            <ac:picMk id="1064" creationId="{A30D8280-BA44-F484-3DA3-54348C67BAB7}"/>
          </ac:picMkLst>
        </pc:picChg>
        <pc:picChg chg="add del mod">
          <ac:chgData name="Maxime Kohler" userId="6fc84a47-88c8-436f-9020-030c6cac2d44" providerId="ADAL" clId="{8C209237-3ABF-4404-A65C-DB0D9DDA0D05}" dt="2023-08-09T13:26:26.548" v="177"/>
          <ac:picMkLst>
            <pc:docMk/>
            <pc:sldMk cId="2331213224" sldId="257"/>
            <ac:picMk id="1065" creationId="{740A2D81-2A53-B415-455A-8CACC8676C38}"/>
          </ac:picMkLst>
        </pc:picChg>
        <pc:picChg chg="add del mod">
          <ac:chgData name="Maxime Kohler" userId="6fc84a47-88c8-436f-9020-030c6cac2d44" providerId="ADAL" clId="{8C209237-3ABF-4404-A65C-DB0D9DDA0D05}" dt="2023-08-09T13:26:26.548" v="177"/>
          <ac:picMkLst>
            <pc:docMk/>
            <pc:sldMk cId="2331213224" sldId="257"/>
            <ac:picMk id="1066" creationId="{B98F8D9C-5BB8-915C-10F8-80FB21E2F3D2}"/>
          </ac:picMkLst>
        </pc:picChg>
        <pc:picChg chg="add del mod">
          <ac:chgData name="Maxime Kohler" userId="6fc84a47-88c8-436f-9020-030c6cac2d44" providerId="ADAL" clId="{8C209237-3ABF-4404-A65C-DB0D9DDA0D05}" dt="2023-08-09T13:26:26.548" v="177"/>
          <ac:picMkLst>
            <pc:docMk/>
            <pc:sldMk cId="2331213224" sldId="257"/>
            <ac:picMk id="1067" creationId="{3D68D5B2-2240-8019-25D0-969BE7774F35}"/>
          </ac:picMkLst>
        </pc:picChg>
        <pc:picChg chg="add del mod">
          <ac:chgData name="Maxime Kohler" userId="6fc84a47-88c8-436f-9020-030c6cac2d44" providerId="ADAL" clId="{8C209237-3ABF-4404-A65C-DB0D9DDA0D05}" dt="2023-08-09T13:26:26.548" v="177"/>
          <ac:picMkLst>
            <pc:docMk/>
            <pc:sldMk cId="2331213224" sldId="257"/>
            <ac:picMk id="1068" creationId="{E5A9D6AA-FE16-8B78-9629-5A93F9F8D125}"/>
          </ac:picMkLst>
        </pc:picChg>
        <pc:picChg chg="add del mod">
          <ac:chgData name="Maxime Kohler" userId="6fc84a47-88c8-436f-9020-030c6cac2d44" providerId="ADAL" clId="{8C209237-3ABF-4404-A65C-DB0D9DDA0D05}" dt="2023-08-09T13:26:26.548" v="177"/>
          <ac:picMkLst>
            <pc:docMk/>
            <pc:sldMk cId="2331213224" sldId="257"/>
            <ac:picMk id="1069" creationId="{83A922AB-2948-5653-70E5-D426C2091ACA}"/>
          </ac:picMkLst>
        </pc:picChg>
        <pc:picChg chg="add del mod">
          <ac:chgData name="Maxime Kohler" userId="6fc84a47-88c8-436f-9020-030c6cac2d44" providerId="ADAL" clId="{8C209237-3ABF-4404-A65C-DB0D9DDA0D05}" dt="2023-08-09T13:26:58.657" v="185"/>
          <ac:picMkLst>
            <pc:docMk/>
            <pc:sldMk cId="2331213224" sldId="257"/>
            <ac:picMk id="1070" creationId="{7C6D4318-AD8A-9A36-26A6-78F1E1E92018}"/>
          </ac:picMkLst>
        </pc:picChg>
        <pc:picChg chg="add del mod">
          <ac:chgData name="Maxime Kohler" userId="6fc84a47-88c8-436f-9020-030c6cac2d44" providerId="ADAL" clId="{8C209237-3ABF-4404-A65C-DB0D9DDA0D05}" dt="2023-08-09T13:26:58.657" v="185"/>
          <ac:picMkLst>
            <pc:docMk/>
            <pc:sldMk cId="2331213224" sldId="257"/>
            <ac:picMk id="1071" creationId="{C5309920-DCFF-6893-079B-4769DBA8227C}"/>
          </ac:picMkLst>
        </pc:picChg>
        <pc:picChg chg="add del mod">
          <ac:chgData name="Maxime Kohler" userId="6fc84a47-88c8-436f-9020-030c6cac2d44" providerId="ADAL" clId="{8C209237-3ABF-4404-A65C-DB0D9DDA0D05}" dt="2023-08-09T13:26:58.657" v="185"/>
          <ac:picMkLst>
            <pc:docMk/>
            <pc:sldMk cId="2331213224" sldId="257"/>
            <ac:picMk id="1072" creationId="{C053C7EC-EDD2-B86F-3DC5-D4C694C36A7E}"/>
          </ac:picMkLst>
        </pc:picChg>
        <pc:picChg chg="add del mod">
          <ac:chgData name="Maxime Kohler" userId="6fc84a47-88c8-436f-9020-030c6cac2d44" providerId="ADAL" clId="{8C209237-3ABF-4404-A65C-DB0D9DDA0D05}" dt="2023-08-09T13:26:58.657" v="185"/>
          <ac:picMkLst>
            <pc:docMk/>
            <pc:sldMk cId="2331213224" sldId="257"/>
            <ac:picMk id="1073" creationId="{BD890F7E-8494-6762-AAF3-B8C15EB3768A}"/>
          </ac:picMkLst>
        </pc:picChg>
        <pc:picChg chg="add del mod">
          <ac:chgData name="Maxime Kohler" userId="6fc84a47-88c8-436f-9020-030c6cac2d44" providerId="ADAL" clId="{8C209237-3ABF-4404-A65C-DB0D9DDA0D05}" dt="2023-08-09T13:26:58.657" v="185"/>
          <ac:picMkLst>
            <pc:docMk/>
            <pc:sldMk cId="2331213224" sldId="257"/>
            <ac:picMk id="1074" creationId="{2D0A8B89-2D14-77EA-444B-73E003DEC461}"/>
          </ac:picMkLst>
        </pc:picChg>
        <pc:picChg chg="add del mod">
          <ac:chgData name="Maxime Kohler" userId="6fc84a47-88c8-436f-9020-030c6cac2d44" providerId="ADAL" clId="{8C209237-3ABF-4404-A65C-DB0D9DDA0D05}" dt="2023-08-09T13:26:58.657" v="185"/>
          <ac:picMkLst>
            <pc:docMk/>
            <pc:sldMk cId="2331213224" sldId="257"/>
            <ac:picMk id="1075" creationId="{287DFC08-A439-91B4-9A11-D36CCBB8B3D2}"/>
          </ac:picMkLst>
        </pc:picChg>
        <pc:picChg chg="add del mod">
          <ac:chgData name="Maxime Kohler" userId="6fc84a47-88c8-436f-9020-030c6cac2d44" providerId="ADAL" clId="{8C209237-3ABF-4404-A65C-DB0D9DDA0D05}" dt="2023-08-09T13:26:58.657" v="185"/>
          <ac:picMkLst>
            <pc:docMk/>
            <pc:sldMk cId="2331213224" sldId="257"/>
            <ac:picMk id="1076" creationId="{3AF4569F-9202-0E39-E88A-A55800DDD023}"/>
          </ac:picMkLst>
        </pc:picChg>
        <pc:picChg chg="add del mod">
          <ac:chgData name="Maxime Kohler" userId="6fc84a47-88c8-436f-9020-030c6cac2d44" providerId="ADAL" clId="{8C209237-3ABF-4404-A65C-DB0D9DDA0D05}" dt="2023-08-09T13:26:58.657" v="185"/>
          <ac:picMkLst>
            <pc:docMk/>
            <pc:sldMk cId="2331213224" sldId="257"/>
            <ac:picMk id="1077" creationId="{B73BC816-E0FC-A2E9-A662-8E3CB7436099}"/>
          </ac:picMkLst>
        </pc:picChg>
        <pc:picChg chg="add del mod">
          <ac:chgData name="Maxime Kohler" userId="6fc84a47-88c8-436f-9020-030c6cac2d44" providerId="ADAL" clId="{8C209237-3ABF-4404-A65C-DB0D9DDA0D05}" dt="2023-08-09T13:26:58.657" v="185"/>
          <ac:picMkLst>
            <pc:docMk/>
            <pc:sldMk cId="2331213224" sldId="257"/>
            <ac:picMk id="1078" creationId="{FEBEF036-E8A5-15E1-AC07-A6069958FB17}"/>
          </ac:picMkLst>
        </pc:picChg>
        <pc:picChg chg="mod">
          <ac:chgData name="Maxime Kohler" userId="6fc84a47-88c8-436f-9020-030c6cac2d44" providerId="ADAL" clId="{8C209237-3ABF-4404-A65C-DB0D9DDA0D05}" dt="2023-08-09T13:08:14.799" v="52" actId="1076"/>
          <ac:picMkLst>
            <pc:docMk/>
            <pc:sldMk cId="2331213224" sldId="257"/>
            <ac:picMk id="3110" creationId="{8AA05F61-2FFC-87AA-848D-4558FA7F4FF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Maxime Kohler" userId="6fc84a47-88c8-436f-9020-030c6cac2d44" providerId="ADAL" clId="{8C209237-3ABF-4404-A65C-DB0D9DDA0D05}" dt="2023-08-09T12:53:59.380" v="2"/>
              <pc2:cmMkLst xmlns:pc2="http://schemas.microsoft.com/office/powerpoint/2019/9/main/command">
                <pc:docMk/>
                <pc:sldMk cId="2331213224" sldId="257"/>
                <pc2:cmMk id="{5A7D5614-E820-4DFD-9A35-82AA30611B52}"/>
              </pc2:cmMkLst>
            </pc226:cmChg>
            <pc226:cmChg xmlns:pc226="http://schemas.microsoft.com/office/powerpoint/2022/06/main/command" chg="del">
              <pc226:chgData name="Maxime Kohler" userId="6fc84a47-88c8-436f-9020-030c6cac2d44" providerId="ADAL" clId="{8C209237-3ABF-4404-A65C-DB0D9DDA0D05}" dt="2023-08-09T12:53:59.939" v="3"/>
              <pc2:cmMkLst xmlns:pc2="http://schemas.microsoft.com/office/powerpoint/2019/9/main/command">
                <pc:docMk/>
                <pc:sldMk cId="2331213224" sldId="257"/>
                <pc2:cmMk id="{E4BBE972-968B-4B4C-99CC-16221EB442BB}"/>
              </pc2:cmMkLst>
            </pc226:cmChg>
            <pc226:cmChg xmlns:pc226="http://schemas.microsoft.com/office/powerpoint/2022/06/main/command" chg="del">
              <pc226:chgData name="Maxime Kohler" userId="6fc84a47-88c8-436f-9020-030c6cac2d44" providerId="ADAL" clId="{8C209237-3ABF-4404-A65C-DB0D9DDA0D05}" dt="2023-08-09T12:54:02.200" v="4"/>
              <pc2:cmMkLst xmlns:pc2="http://schemas.microsoft.com/office/powerpoint/2019/9/main/command">
                <pc:docMk/>
                <pc:sldMk cId="2331213224" sldId="257"/>
                <pc2:cmMk id="{F278EFAF-B397-49CD-A713-E0E8F8F6EE6B}"/>
              </pc2:cmMkLst>
            </pc226:cmChg>
          </p:ext>
        </pc:extLst>
      </pc:sldChg>
      <pc:sldChg chg="addSp delSp modSp add del mod">
        <pc:chgData name="Maxime Kohler" userId="6fc84a47-88c8-436f-9020-030c6cac2d44" providerId="ADAL" clId="{8C209237-3ABF-4404-A65C-DB0D9DDA0D05}" dt="2023-08-10T07:20:29.590" v="1468" actId="47"/>
        <pc:sldMkLst>
          <pc:docMk/>
          <pc:sldMk cId="1254618940" sldId="258"/>
        </pc:sldMkLst>
        <pc:spChg chg="add mod">
          <ac:chgData name="Maxime Kohler" userId="6fc84a47-88c8-436f-9020-030c6cac2d44" providerId="ADAL" clId="{8C209237-3ABF-4404-A65C-DB0D9DDA0D05}" dt="2023-08-10T06:29:15.551" v="1043"/>
          <ac:spMkLst>
            <pc:docMk/>
            <pc:sldMk cId="1254618940" sldId="258"/>
            <ac:spMk id="4" creationId="{149DB2AB-3BB5-9402-060B-08EF19CD301F}"/>
          </ac:spMkLst>
        </pc:spChg>
        <pc:spChg chg="add del">
          <ac:chgData name="Maxime Kohler" userId="6fc84a47-88c8-436f-9020-030c6cac2d44" providerId="ADAL" clId="{8C209237-3ABF-4404-A65C-DB0D9DDA0D05}" dt="2023-08-09T13:51:26.552" v="339"/>
          <ac:spMkLst>
            <pc:docMk/>
            <pc:sldMk cId="1254618940" sldId="258"/>
            <ac:spMk id="10" creationId="{45C73A16-EFD0-AEF3-A2F4-F18A48A74F57}"/>
          </ac:spMkLst>
        </pc:spChg>
        <pc:spChg chg="mod">
          <ac:chgData name="Maxime Kohler" userId="6fc84a47-88c8-436f-9020-030c6cac2d44" providerId="ADAL" clId="{8C209237-3ABF-4404-A65C-DB0D9DDA0D05}" dt="2023-08-09T13:44:40.930" v="284" actId="1076"/>
          <ac:spMkLst>
            <pc:docMk/>
            <pc:sldMk cId="1254618940" sldId="258"/>
            <ac:spMk id="15" creationId="{81FDFF05-1A3B-3118-4164-EF2183D1A444}"/>
          </ac:spMkLst>
        </pc:spChg>
        <pc:spChg chg="mod">
          <ac:chgData name="Maxime Kohler" userId="6fc84a47-88c8-436f-9020-030c6cac2d44" providerId="ADAL" clId="{8C209237-3ABF-4404-A65C-DB0D9DDA0D05}" dt="2023-08-10T06:27:45.449" v="1026" actId="1582"/>
          <ac:spMkLst>
            <pc:docMk/>
            <pc:sldMk cId="1254618940" sldId="258"/>
            <ac:spMk id="28" creationId="{DF58BB96-F893-5530-F829-28C48F60E731}"/>
          </ac:spMkLst>
        </pc:spChg>
        <pc:spChg chg="mod">
          <ac:chgData name="Maxime Kohler" userId="6fc84a47-88c8-436f-9020-030c6cac2d44" providerId="ADAL" clId="{8C209237-3ABF-4404-A65C-DB0D9DDA0D05}" dt="2023-08-10T06:13:08.777" v="605" actId="20577"/>
          <ac:spMkLst>
            <pc:docMk/>
            <pc:sldMk cId="1254618940" sldId="258"/>
            <ac:spMk id="32" creationId="{D9F2BDDA-B768-AF82-BA18-3BF2F3D622D9}"/>
          </ac:spMkLst>
        </pc:spChg>
        <pc:spChg chg="mod">
          <ac:chgData name="Maxime Kohler" userId="6fc84a47-88c8-436f-9020-030c6cac2d44" providerId="ADAL" clId="{8C209237-3ABF-4404-A65C-DB0D9DDA0D05}" dt="2023-08-10T06:12:59.315" v="601" actId="404"/>
          <ac:spMkLst>
            <pc:docMk/>
            <pc:sldMk cId="1254618940" sldId="258"/>
            <ac:spMk id="35" creationId="{300EB32B-5837-A930-FDD1-B0416B8317E1}"/>
          </ac:spMkLst>
        </pc:spChg>
        <pc:spChg chg="mod">
          <ac:chgData name="Maxime Kohler" userId="6fc84a47-88c8-436f-9020-030c6cac2d44" providerId="ADAL" clId="{8C209237-3ABF-4404-A65C-DB0D9DDA0D05}" dt="2023-08-09T13:53:25.034" v="386" actId="20577"/>
          <ac:spMkLst>
            <pc:docMk/>
            <pc:sldMk cId="1254618940" sldId="258"/>
            <ac:spMk id="39" creationId="{D1AB858E-601D-A106-BDCA-855BA8D6CD5F}"/>
          </ac:spMkLst>
        </pc:spChg>
        <pc:spChg chg="mod">
          <ac:chgData name="Maxime Kohler" userId="6fc84a47-88c8-436f-9020-030c6cac2d44" providerId="ADAL" clId="{8C209237-3ABF-4404-A65C-DB0D9DDA0D05}" dt="2023-08-10T06:14:08.157" v="622" actId="1076"/>
          <ac:spMkLst>
            <pc:docMk/>
            <pc:sldMk cId="1254618940" sldId="258"/>
            <ac:spMk id="40" creationId="{9FC9E1AE-32DB-B328-6A37-3212D8018C96}"/>
          </ac:spMkLst>
        </pc:spChg>
        <pc:graphicFrameChg chg="mod modGraphic">
          <ac:chgData name="Maxime Kohler" userId="6fc84a47-88c8-436f-9020-030c6cac2d44" providerId="ADAL" clId="{8C209237-3ABF-4404-A65C-DB0D9DDA0D05}" dt="2023-08-09T13:47:58.992" v="329" actId="14734"/>
          <ac:graphicFrameMkLst>
            <pc:docMk/>
            <pc:sldMk cId="1254618940" sldId="258"/>
            <ac:graphicFrameMk id="2" creationId="{EEF9EE29-A0AB-430A-A2CE-F45CB88B285C}"/>
          </ac:graphicFrameMkLst>
        </pc:graphicFrameChg>
        <pc:graphicFrameChg chg="add del mod">
          <ac:chgData name="Maxime Kohler" userId="6fc84a47-88c8-436f-9020-030c6cac2d44" providerId="ADAL" clId="{8C209237-3ABF-4404-A65C-DB0D9DDA0D05}" dt="2023-08-09T13:27:35.549" v="194"/>
          <ac:graphicFrameMkLst>
            <pc:docMk/>
            <pc:sldMk cId="1254618940" sldId="258"/>
            <ac:graphicFrameMk id="3" creationId="{41440030-1947-983C-D2F1-878BB9BFC1A7}"/>
          </ac:graphicFrameMkLst>
        </pc:graphicFrameChg>
        <pc:graphicFrameChg chg="add del mod">
          <ac:chgData name="Maxime Kohler" userId="6fc84a47-88c8-436f-9020-030c6cac2d44" providerId="ADAL" clId="{8C209237-3ABF-4404-A65C-DB0D9DDA0D05}" dt="2023-08-09T13:33:27.040" v="231" actId="478"/>
          <ac:graphicFrameMkLst>
            <pc:docMk/>
            <pc:sldMk cId="1254618940" sldId="258"/>
            <ac:graphicFrameMk id="4" creationId="{40A8D37C-BF87-0A06-B5FE-52D013424228}"/>
          </ac:graphicFrameMkLst>
        </pc:graphicFrameChg>
        <pc:graphicFrameChg chg="add del mod">
          <ac:chgData name="Maxime Kohler" userId="6fc84a47-88c8-436f-9020-030c6cac2d44" providerId="ADAL" clId="{8C209237-3ABF-4404-A65C-DB0D9DDA0D05}" dt="2023-08-09T13:33:33.960" v="233"/>
          <ac:graphicFrameMkLst>
            <pc:docMk/>
            <pc:sldMk cId="1254618940" sldId="258"/>
            <ac:graphicFrameMk id="5" creationId="{F00F7815-DF79-C6E8-15C7-47DAD67E9D8F}"/>
          </ac:graphicFrameMkLst>
        </pc:graphicFrameChg>
        <pc:graphicFrameChg chg="add mod">
          <ac:chgData name="Maxime Kohler" userId="6fc84a47-88c8-436f-9020-030c6cac2d44" providerId="ADAL" clId="{8C209237-3ABF-4404-A65C-DB0D9DDA0D05}" dt="2023-08-10T06:14:06.191" v="620"/>
          <ac:graphicFrameMkLst>
            <pc:docMk/>
            <pc:sldMk cId="1254618940" sldId="258"/>
            <ac:graphicFrameMk id="8" creationId="{9379959D-18CD-5CD7-9D76-069C3767A1C3}"/>
          </ac:graphicFrameMkLst>
        </pc:graphicFrameChg>
        <pc:picChg chg="add mod modCrop">
          <ac:chgData name="Maxime Kohler" userId="6fc84a47-88c8-436f-9020-030c6cac2d44" providerId="ADAL" clId="{8C209237-3ABF-4404-A65C-DB0D9DDA0D05}" dt="2023-08-10T05:47:44.172" v="406" actId="732"/>
          <ac:picMkLst>
            <pc:docMk/>
            <pc:sldMk cId="1254618940" sldId="258"/>
            <ac:picMk id="3" creationId="{AA86545C-6848-6C77-00BC-CED9D8BE11C5}"/>
          </ac:picMkLst>
        </pc:picChg>
        <pc:picChg chg="add del">
          <ac:chgData name="Maxime Kohler" userId="6fc84a47-88c8-436f-9020-030c6cac2d44" providerId="ADAL" clId="{8C209237-3ABF-4404-A65C-DB0D9DDA0D05}" dt="2023-08-09T13:33:36.543" v="235"/>
          <ac:picMkLst>
            <pc:docMk/>
            <pc:sldMk cId="1254618940" sldId="258"/>
            <ac:picMk id="6" creationId="{C8A9C44B-E579-FCFE-4DD7-FB18848DF371}"/>
          </ac:picMkLst>
        </pc:picChg>
        <pc:picChg chg="del mod">
          <ac:chgData name="Maxime Kohler" userId="6fc84a47-88c8-436f-9020-030c6cac2d44" providerId="ADAL" clId="{8C209237-3ABF-4404-A65C-DB0D9DDA0D05}" dt="2023-08-10T05:47:15.657" v="400" actId="478"/>
          <ac:picMkLst>
            <pc:docMk/>
            <pc:sldMk cId="1254618940" sldId="258"/>
            <ac:picMk id="7" creationId="{AA86545C-6848-6C77-00BC-CED9D8BE11C5}"/>
          </ac:picMkLst>
        </pc:picChg>
        <pc:picChg chg="del">
          <ac:chgData name="Maxime Kohler" userId="6fc84a47-88c8-436f-9020-030c6cac2d44" providerId="ADAL" clId="{8C209237-3ABF-4404-A65C-DB0D9DDA0D05}" dt="2023-08-09T13:27:29.154" v="192" actId="478"/>
          <ac:picMkLst>
            <pc:docMk/>
            <pc:sldMk cId="1254618940" sldId="258"/>
            <ac:picMk id="9" creationId="{D283A4AA-8AE5-E21B-41E4-8B4BADDCEEA2}"/>
          </ac:picMkLst>
        </pc:picChg>
        <pc:picChg chg="mod">
          <ac:chgData name="Maxime Kohler" userId="6fc84a47-88c8-436f-9020-030c6cac2d44" providerId="ADAL" clId="{8C209237-3ABF-4404-A65C-DB0D9DDA0D05}" dt="2023-08-09T13:43:58.685" v="279" actId="1076"/>
          <ac:picMkLst>
            <pc:docMk/>
            <pc:sldMk cId="1254618940" sldId="258"/>
            <ac:picMk id="36" creationId="{DEA90458-F843-0004-0F89-FC23966B5C31}"/>
          </ac:picMkLst>
        </pc:picChg>
        <pc:picChg chg="mod">
          <ac:chgData name="Maxime Kohler" userId="6fc84a47-88c8-436f-9020-030c6cac2d44" providerId="ADAL" clId="{8C209237-3ABF-4404-A65C-DB0D9DDA0D05}" dt="2023-08-09T13:43:58.685" v="279" actId="1076"/>
          <ac:picMkLst>
            <pc:docMk/>
            <pc:sldMk cId="1254618940" sldId="258"/>
            <ac:picMk id="42" creationId="{385497BA-1A2D-B60F-2369-87E8165B3AF3}"/>
          </ac:picMkLst>
        </pc:picChg>
        <pc:picChg chg="add del mod">
          <ac:chgData name="Maxime Kohler" userId="6fc84a47-88c8-436f-9020-030c6cac2d44" providerId="ADAL" clId="{8C209237-3ABF-4404-A65C-DB0D9DDA0D05}" dt="2023-08-09T13:27:35.549" v="194"/>
          <ac:picMkLst>
            <pc:docMk/>
            <pc:sldMk cId="1254618940" sldId="258"/>
            <ac:picMk id="2049" creationId="{A74FDBC3-2F64-F844-E8DD-03C971C3790B}"/>
          </ac:picMkLst>
        </pc:picChg>
        <pc:picChg chg="add del mod">
          <ac:chgData name="Maxime Kohler" userId="6fc84a47-88c8-436f-9020-030c6cac2d44" providerId="ADAL" clId="{8C209237-3ABF-4404-A65C-DB0D9DDA0D05}" dt="2023-08-09T13:27:35.549" v="194"/>
          <ac:picMkLst>
            <pc:docMk/>
            <pc:sldMk cId="1254618940" sldId="258"/>
            <ac:picMk id="2050" creationId="{E8E15B89-688D-4B2C-CBD5-D8288A6CCC7C}"/>
          </ac:picMkLst>
        </pc:picChg>
        <pc:picChg chg="add del mod">
          <ac:chgData name="Maxime Kohler" userId="6fc84a47-88c8-436f-9020-030c6cac2d44" providerId="ADAL" clId="{8C209237-3ABF-4404-A65C-DB0D9DDA0D05}" dt="2023-08-09T13:27:35.549" v="194"/>
          <ac:picMkLst>
            <pc:docMk/>
            <pc:sldMk cId="1254618940" sldId="258"/>
            <ac:picMk id="2051" creationId="{C6DDC4DB-0255-9BE3-0C34-70792238040E}"/>
          </ac:picMkLst>
        </pc:picChg>
        <pc:picChg chg="add del mod">
          <ac:chgData name="Maxime Kohler" userId="6fc84a47-88c8-436f-9020-030c6cac2d44" providerId="ADAL" clId="{8C209237-3ABF-4404-A65C-DB0D9DDA0D05}" dt="2023-08-09T13:27:35.549" v="194"/>
          <ac:picMkLst>
            <pc:docMk/>
            <pc:sldMk cId="1254618940" sldId="258"/>
            <ac:picMk id="2052" creationId="{FF0A8D30-5212-453D-4621-EB1F0982080F}"/>
          </ac:picMkLst>
        </pc:picChg>
        <pc:picChg chg="add del mod">
          <ac:chgData name="Maxime Kohler" userId="6fc84a47-88c8-436f-9020-030c6cac2d44" providerId="ADAL" clId="{8C209237-3ABF-4404-A65C-DB0D9DDA0D05}" dt="2023-08-09T13:27:35.549" v="194"/>
          <ac:picMkLst>
            <pc:docMk/>
            <pc:sldMk cId="1254618940" sldId="258"/>
            <ac:picMk id="2053" creationId="{9135048A-2600-EAB4-FF7E-F49DA0EEDBA0}"/>
          </ac:picMkLst>
        </pc:picChg>
        <pc:picChg chg="add del mod">
          <ac:chgData name="Maxime Kohler" userId="6fc84a47-88c8-436f-9020-030c6cac2d44" providerId="ADAL" clId="{8C209237-3ABF-4404-A65C-DB0D9DDA0D05}" dt="2023-08-09T13:27:35.549" v="194"/>
          <ac:picMkLst>
            <pc:docMk/>
            <pc:sldMk cId="1254618940" sldId="258"/>
            <ac:picMk id="2054" creationId="{EF21FB66-4946-4E58-F873-9761AA5F5283}"/>
          </ac:picMkLst>
        </pc:picChg>
        <pc:picChg chg="add del mod">
          <ac:chgData name="Maxime Kohler" userId="6fc84a47-88c8-436f-9020-030c6cac2d44" providerId="ADAL" clId="{8C209237-3ABF-4404-A65C-DB0D9DDA0D05}" dt="2023-08-09T13:27:35.549" v="194"/>
          <ac:picMkLst>
            <pc:docMk/>
            <pc:sldMk cId="1254618940" sldId="258"/>
            <ac:picMk id="2055" creationId="{C9353418-7916-6A9B-C39B-77C9A412B47E}"/>
          </ac:picMkLst>
        </pc:picChg>
        <pc:picChg chg="add del mod">
          <ac:chgData name="Maxime Kohler" userId="6fc84a47-88c8-436f-9020-030c6cac2d44" providerId="ADAL" clId="{8C209237-3ABF-4404-A65C-DB0D9DDA0D05}" dt="2023-08-09T13:27:35.549" v="194"/>
          <ac:picMkLst>
            <pc:docMk/>
            <pc:sldMk cId="1254618940" sldId="258"/>
            <ac:picMk id="2056" creationId="{D69D85FE-326F-67B0-156A-FC9C2FC73367}"/>
          </ac:picMkLst>
        </pc:picChg>
        <pc:picChg chg="add del mod">
          <ac:chgData name="Maxime Kohler" userId="6fc84a47-88c8-436f-9020-030c6cac2d44" providerId="ADAL" clId="{8C209237-3ABF-4404-A65C-DB0D9DDA0D05}" dt="2023-08-09T13:27:35.549" v="194"/>
          <ac:picMkLst>
            <pc:docMk/>
            <pc:sldMk cId="1254618940" sldId="258"/>
            <ac:picMk id="2057" creationId="{F07C95C0-2678-1757-4E71-AAE2A5C1BDAA}"/>
          </ac:picMkLst>
        </pc:picChg>
        <pc:picChg chg="add del mod">
          <ac:chgData name="Maxime Kohler" userId="6fc84a47-88c8-436f-9020-030c6cac2d44" providerId="ADAL" clId="{8C209237-3ABF-4404-A65C-DB0D9DDA0D05}" dt="2023-08-09T13:33:33.960" v="233"/>
          <ac:picMkLst>
            <pc:docMk/>
            <pc:sldMk cId="1254618940" sldId="258"/>
            <ac:picMk id="2058" creationId="{849E6FB9-C0F7-4EAF-A28A-A3E3A755EB7C}"/>
          </ac:picMkLst>
        </pc:picChg>
        <pc:picChg chg="add del mod">
          <ac:chgData name="Maxime Kohler" userId="6fc84a47-88c8-436f-9020-030c6cac2d44" providerId="ADAL" clId="{8C209237-3ABF-4404-A65C-DB0D9DDA0D05}" dt="2023-08-09T13:33:33.960" v="233"/>
          <ac:picMkLst>
            <pc:docMk/>
            <pc:sldMk cId="1254618940" sldId="258"/>
            <ac:picMk id="2059" creationId="{4E196978-80CC-0197-5466-54B66A435774}"/>
          </ac:picMkLst>
        </pc:picChg>
        <pc:picChg chg="add del mod">
          <ac:chgData name="Maxime Kohler" userId="6fc84a47-88c8-436f-9020-030c6cac2d44" providerId="ADAL" clId="{8C209237-3ABF-4404-A65C-DB0D9DDA0D05}" dt="2023-08-09T13:33:33.960" v="233"/>
          <ac:picMkLst>
            <pc:docMk/>
            <pc:sldMk cId="1254618940" sldId="258"/>
            <ac:picMk id="2060" creationId="{2290FE0F-E441-D7B3-63FC-97BAAE1284D6}"/>
          </ac:picMkLst>
        </pc:picChg>
        <pc:picChg chg="add del mod">
          <ac:chgData name="Maxime Kohler" userId="6fc84a47-88c8-436f-9020-030c6cac2d44" providerId="ADAL" clId="{8C209237-3ABF-4404-A65C-DB0D9DDA0D05}" dt="2023-08-09T13:33:33.960" v="233"/>
          <ac:picMkLst>
            <pc:docMk/>
            <pc:sldMk cId="1254618940" sldId="258"/>
            <ac:picMk id="2061" creationId="{0C2B379C-BEDB-943E-896E-B1D01D15E121}"/>
          </ac:picMkLst>
        </pc:picChg>
        <pc:picChg chg="add del mod">
          <ac:chgData name="Maxime Kohler" userId="6fc84a47-88c8-436f-9020-030c6cac2d44" providerId="ADAL" clId="{8C209237-3ABF-4404-A65C-DB0D9DDA0D05}" dt="2023-08-09T13:33:33.960" v="233"/>
          <ac:picMkLst>
            <pc:docMk/>
            <pc:sldMk cId="1254618940" sldId="258"/>
            <ac:picMk id="2062" creationId="{A58CDDA6-F6C6-AE0D-E676-C1C68F6D6BA4}"/>
          </ac:picMkLst>
        </pc:picChg>
        <pc:picChg chg="add del mod">
          <ac:chgData name="Maxime Kohler" userId="6fc84a47-88c8-436f-9020-030c6cac2d44" providerId="ADAL" clId="{8C209237-3ABF-4404-A65C-DB0D9DDA0D05}" dt="2023-08-09T13:33:33.960" v="233"/>
          <ac:picMkLst>
            <pc:docMk/>
            <pc:sldMk cId="1254618940" sldId="258"/>
            <ac:picMk id="2063" creationId="{0D9AB477-74DC-A9AA-D53A-B1174C831C1A}"/>
          </ac:picMkLst>
        </pc:picChg>
        <pc:picChg chg="add del mod">
          <ac:chgData name="Maxime Kohler" userId="6fc84a47-88c8-436f-9020-030c6cac2d44" providerId="ADAL" clId="{8C209237-3ABF-4404-A65C-DB0D9DDA0D05}" dt="2023-08-09T13:33:33.960" v="233"/>
          <ac:picMkLst>
            <pc:docMk/>
            <pc:sldMk cId="1254618940" sldId="258"/>
            <ac:picMk id="2064" creationId="{642AEC7D-B377-1441-BDD1-8B66C6573105}"/>
          </ac:picMkLst>
        </pc:picChg>
        <pc:picChg chg="add del mod">
          <ac:chgData name="Maxime Kohler" userId="6fc84a47-88c8-436f-9020-030c6cac2d44" providerId="ADAL" clId="{8C209237-3ABF-4404-A65C-DB0D9DDA0D05}" dt="2023-08-09T13:33:33.960" v="233"/>
          <ac:picMkLst>
            <pc:docMk/>
            <pc:sldMk cId="1254618940" sldId="258"/>
            <ac:picMk id="2065" creationId="{036C657A-BCD9-843A-6777-D22B8543638F}"/>
          </ac:picMkLst>
        </pc:picChg>
        <pc:picChg chg="add del mod">
          <ac:chgData name="Maxime Kohler" userId="6fc84a47-88c8-436f-9020-030c6cac2d44" providerId="ADAL" clId="{8C209237-3ABF-4404-A65C-DB0D9DDA0D05}" dt="2023-08-09T13:33:33.960" v="233"/>
          <ac:picMkLst>
            <pc:docMk/>
            <pc:sldMk cId="1254618940" sldId="258"/>
            <ac:picMk id="2066" creationId="{C5F59C5E-7DE7-CB1F-467F-D3042EECACBF}"/>
          </ac:picMkLst>
        </pc:picChg>
        <pc:picChg chg="mod">
          <ac:chgData name="Maxime Kohler" userId="6fc84a47-88c8-436f-9020-030c6cac2d44" providerId="ADAL" clId="{8C209237-3ABF-4404-A65C-DB0D9DDA0D05}" dt="2023-08-09T13:43:58.685" v="279" actId="1076"/>
          <ac:picMkLst>
            <pc:docMk/>
            <pc:sldMk cId="1254618940" sldId="258"/>
            <ac:picMk id="3110" creationId="{8AA05F61-2FFC-87AA-848D-4558FA7F4FF4}"/>
          </ac:picMkLst>
        </pc:picChg>
      </pc:sldChg>
      <pc:sldChg chg="addSp delSp modSp new del mod">
        <pc:chgData name="Maxime Kohler" userId="6fc84a47-88c8-436f-9020-030c6cac2d44" providerId="ADAL" clId="{8C209237-3ABF-4404-A65C-DB0D9DDA0D05}" dt="2023-08-10T06:59:18.859" v="1131" actId="47"/>
        <pc:sldMkLst>
          <pc:docMk/>
          <pc:sldMk cId="2578897236" sldId="259"/>
        </pc:sldMkLst>
        <pc:spChg chg="del">
          <ac:chgData name="Maxime Kohler" userId="6fc84a47-88c8-436f-9020-030c6cac2d44" providerId="ADAL" clId="{8C209237-3ABF-4404-A65C-DB0D9DDA0D05}" dt="2023-08-10T06:28:15.427" v="1030" actId="478"/>
          <ac:spMkLst>
            <pc:docMk/>
            <pc:sldMk cId="2578897236" sldId="259"/>
            <ac:spMk id="2" creationId="{68AF9D49-E4B3-FF8E-4614-348D3FC9DDE2}"/>
          </ac:spMkLst>
        </pc:spChg>
        <pc:spChg chg="del">
          <ac:chgData name="Maxime Kohler" userId="6fc84a47-88c8-436f-9020-030c6cac2d44" providerId="ADAL" clId="{8C209237-3ABF-4404-A65C-DB0D9DDA0D05}" dt="2023-08-10T06:28:15.427" v="1030" actId="478"/>
          <ac:spMkLst>
            <pc:docMk/>
            <pc:sldMk cId="2578897236" sldId="259"/>
            <ac:spMk id="3" creationId="{3CA6C589-1E8F-2420-1D0F-86F6672E1950}"/>
          </ac:spMkLst>
        </pc:spChg>
        <pc:spChg chg="add mod">
          <ac:chgData name="Maxime Kohler" userId="6fc84a47-88c8-436f-9020-030c6cac2d44" providerId="ADAL" clId="{8C209237-3ABF-4404-A65C-DB0D9DDA0D05}" dt="2023-08-10T06:29:06.789" v="1041" actId="1582"/>
          <ac:spMkLst>
            <pc:docMk/>
            <pc:sldMk cId="2578897236" sldId="259"/>
            <ac:spMk id="4" creationId="{162F5C3E-1677-21F9-0905-68A3EA680036}"/>
          </ac:spMkLst>
        </pc:spChg>
      </pc:sldChg>
      <pc:sldChg chg="addSp delSp modSp add del mod modCm">
        <pc:chgData name="Maxime Kohler" userId="6fc84a47-88c8-436f-9020-030c6cac2d44" providerId="ADAL" clId="{8C209237-3ABF-4404-A65C-DB0D9DDA0D05}" dt="2023-08-14T09:25:03.193" v="2651" actId="47"/>
        <pc:sldMkLst>
          <pc:docMk/>
          <pc:sldMk cId="379094213" sldId="260"/>
        </pc:sldMkLst>
        <pc:spChg chg="mod">
          <ac:chgData name="Maxime Kohler" userId="6fc84a47-88c8-436f-9020-030c6cac2d44" providerId="ADAL" clId="{8C209237-3ABF-4404-A65C-DB0D9DDA0D05}" dt="2023-08-10T07:43:37.920" v="1708" actId="1036"/>
          <ac:spMkLst>
            <pc:docMk/>
            <pc:sldMk cId="379094213" sldId="260"/>
            <ac:spMk id="2" creationId="{4EFB0C09-13E8-5F02-83EC-AD1B9E5973E0}"/>
          </ac:spMkLst>
        </pc:spChg>
        <pc:spChg chg="mod">
          <ac:chgData name="Maxime Kohler" userId="6fc84a47-88c8-436f-9020-030c6cac2d44" providerId="ADAL" clId="{8C209237-3ABF-4404-A65C-DB0D9DDA0D05}" dt="2023-08-10T06:56:54.700" v="1077" actId="1076"/>
          <ac:spMkLst>
            <pc:docMk/>
            <pc:sldMk cId="379094213" sldId="260"/>
            <ac:spMk id="4" creationId="{8D4C8D92-E048-8E01-C7BE-02D077967330}"/>
          </ac:spMkLst>
        </pc:spChg>
        <pc:spChg chg="mod">
          <ac:chgData name="Maxime Kohler" userId="6fc84a47-88c8-436f-9020-030c6cac2d44" providerId="ADAL" clId="{8C209237-3ABF-4404-A65C-DB0D9DDA0D05}" dt="2023-08-14T07:38:37.101" v="1906" actId="14100"/>
          <ac:spMkLst>
            <pc:docMk/>
            <pc:sldMk cId="379094213" sldId="260"/>
            <ac:spMk id="8" creationId="{70741BE6-2668-5651-5F87-BCD33E0A851F}"/>
          </ac:spMkLst>
        </pc:spChg>
        <pc:spChg chg="mod">
          <ac:chgData name="Maxime Kohler" userId="6fc84a47-88c8-436f-9020-030c6cac2d44" providerId="ADAL" clId="{8C209237-3ABF-4404-A65C-DB0D9DDA0D05}" dt="2023-08-14T07:38:20.799" v="1904" actId="1076"/>
          <ac:spMkLst>
            <pc:docMk/>
            <pc:sldMk cId="379094213" sldId="260"/>
            <ac:spMk id="10" creationId="{0BD9C466-8659-2B9C-D57B-CAC911F99808}"/>
          </ac:spMkLst>
        </pc:spChg>
        <pc:spChg chg="mod">
          <ac:chgData name="Maxime Kohler" userId="6fc84a47-88c8-436f-9020-030c6cac2d44" providerId="ADAL" clId="{8C209237-3ABF-4404-A65C-DB0D9DDA0D05}" dt="2023-08-14T07:38:20.799" v="1904" actId="1076"/>
          <ac:spMkLst>
            <pc:docMk/>
            <pc:sldMk cId="379094213" sldId="260"/>
            <ac:spMk id="14" creationId="{5F5F7D2C-6CCE-9CAC-5F9E-5D4898C247E6}"/>
          </ac:spMkLst>
        </pc:spChg>
        <pc:spChg chg="mod">
          <ac:chgData name="Maxime Kohler" userId="6fc84a47-88c8-436f-9020-030c6cac2d44" providerId="ADAL" clId="{8C209237-3ABF-4404-A65C-DB0D9DDA0D05}" dt="2023-08-14T07:38:23.477" v="1905" actId="1076"/>
          <ac:spMkLst>
            <pc:docMk/>
            <pc:sldMk cId="379094213" sldId="260"/>
            <ac:spMk id="19" creationId="{5E339E5F-46B6-4F9C-2631-8EF8E89B76DC}"/>
          </ac:spMkLst>
        </pc:spChg>
        <pc:spChg chg="mod">
          <ac:chgData name="Maxime Kohler" userId="6fc84a47-88c8-436f-9020-030c6cac2d44" providerId="ADAL" clId="{8C209237-3ABF-4404-A65C-DB0D9DDA0D05}" dt="2023-08-10T07:21:04.302" v="1478" actId="1036"/>
          <ac:spMkLst>
            <pc:docMk/>
            <pc:sldMk cId="379094213" sldId="260"/>
            <ac:spMk id="23" creationId="{188BAB09-7E32-529C-B822-BC713DD2A795}"/>
          </ac:spMkLst>
        </pc:spChg>
        <pc:spChg chg="mod">
          <ac:chgData name="Maxime Kohler" userId="6fc84a47-88c8-436f-9020-030c6cac2d44" providerId="ADAL" clId="{8C209237-3ABF-4404-A65C-DB0D9DDA0D05}" dt="2023-08-10T07:21:04.302" v="1478" actId="1036"/>
          <ac:spMkLst>
            <pc:docMk/>
            <pc:sldMk cId="379094213" sldId="260"/>
            <ac:spMk id="24" creationId="{7108D665-C4EF-8B8F-6340-979FA1978751}"/>
          </ac:spMkLst>
        </pc:spChg>
        <pc:spChg chg="del">
          <ac:chgData name="Maxime Kohler" userId="6fc84a47-88c8-436f-9020-030c6cac2d44" providerId="ADAL" clId="{8C209237-3ABF-4404-A65C-DB0D9DDA0D05}" dt="2023-08-10T06:29:47.081" v="1048" actId="478"/>
          <ac:spMkLst>
            <pc:docMk/>
            <pc:sldMk cId="379094213" sldId="260"/>
            <ac:spMk id="28" creationId="{7FB122BA-FA39-D4C1-E54B-FC9139B93A06}"/>
          </ac:spMkLst>
        </pc:spChg>
        <pc:spChg chg="mod">
          <ac:chgData name="Maxime Kohler" userId="6fc84a47-88c8-436f-9020-030c6cac2d44" providerId="ADAL" clId="{8C209237-3ABF-4404-A65C-DB0D9DDA0D05}" dt="2023-08-14T07:37:28.123" v="1898"/>
          <ac:spMkLst>
            <pc:docMk/>
            <pc:sldMk cId="379094213" sldId="260"/>
            <ac:spMk id="29" creationId="{52EB1D70-2189-A5A3-4E9F-85629C74A547}"/>
          </ac:spMkLst>
        </pc:spChg>
        <pc:spChg chg="del">
          <ac:chgData name="Maxime Kohler" userId="6fc84a47-88c8-436f-9020-030c6cac2d44" providerId="ADAL" clId="{8C209237-3ABF-4404-A65C-DB0D9DDA0D05}" dt="2023-08-10T06:29:45.205" v="1046" actId="478"/>
          <ac:spMkLst>
            <pc:docMk/>
            <pc:sldMk cId="379094213" sldId="260"/>
            <ac:spMk id="30" creationId="{B33A85F6-41BB-D23B-6827-68CA1D0B9D9A}"/>
          </ac:spMkLst>
        </pc:spChg>
        <pc:spChg chg="mod">
          <ac:chgData name="Maxime Kohler" userId="6fc84a47-88c8-436f-9020-030c6cac2d44" providerId="ADAL" clId="{8C209237-3ABF-4404-A65C-DB0D9DDA0D05}" dt="2023-08-14T07:55:00.239" v="2055" actId="1036"/>
          <ac:spMkLst>
            <pc:docMk/>
            <pc:sldMk cId="379094213" sldId="260"/>
            <ac:spMk id="31" creationId="{5AA06157-B96C-C937-89D4-F414E062C51C}"/>
          </ac:spMkLst>
        </pc:spChg>
        <pc:spChg chg="mod">
          <ac:chgData name="Maxime Kohler" userId="6fc84a47-88c8-436f-9020-030c6cac2d44" providerId="ADAL" clId="{8C209237-3ABF-4404-A65C-DB0D9DDA0D05}" dt="2023-08-14T07:37:24.801" v="1897"/>
          <ac:spMkLst>
            <pc:docMk/>
            <pc:sldMk cId="379094213" sldId="260"/>
            <ac:spMk id="32" creationId="{371E8DB4-3315-8F6A-359E-8D25C8BEAAD4}"/>
          </ac:spMkLst>
        </pc:spChg>
        <pc:spChg chg="del">
          <ac:chgData name="Maxime Kohler" userId="6fc84a47-88c8-436f-9020-030c6cac2d44" providerId="ADAL" clId="{8C209237-3ABF-4404-A65C-DB0D9DDA0D05}" dt="2023-08-10T06:29:46.337" v="1047" actId="478"/>
          <ac:spMkLst>
            <pc:docMk/>
            <pc:sldMk cId="379094213" sldId="260"/>
            <ac:spMk id="33" creationId="{5747D615-EC43-9924-3652-4338BA9620F2}"/>
          </ac:spMkLst>
        </pc:spChg>
        <pc:spChg chg="mod">
          <ac:chgData name="Maxime Kohler" userId="6fc84a47-88c8-436f-9020-030c6cac2d44" providerId="ADAL" clId="{8C209237-3ABF-4404-A65C-DB0D9DDA0D05}" dt="2023-08-14T07:36:11.819" v="1896"/>
          <ac:spMkLst>
            <pc:docMk/>
            <pc:sldMk cId="379094213" sldId="260"/>
            <ac:spMk id="34" creationId="{6C5D7C96-BABF-49E2-7C62-F248E7FD7D06}"/>
          </ac:spMkLst>
        </pc:spChg>
        <pc:spChg chg="mod">
          <ac:chgData name="Maxime Kohler" userId="6fc84a47-88c8-436f-9020-030c6cac2d44" providerId="ADAL" clId="{8C209237-3ABF-4404-A65C-DB0D9DDA0D05}" dt="2023-08-10T07:44:24.735" v="1725" actId="208"/>
          <ac:spMkLst>
            <pc:docMk/>
            <pc:sldMk cId="379094213" sldId="260"/>
            <ac:spMk id="39" creationId="{402E565D-1ACA-1E0D-CAC4-61C0C15A4127}"/>
          </ac:spMkLst>
        </pc:spChg>
        <pc:spChg chg="mod">
          <ac:chgData name="Maxime Kohler" userId="6fc84a47-88c8-436f-9020-030c6cac2d44" providerId="ADAL" clId="{8C209237-3ABF-4404-A65C-DB0D9DDA0D05}" dt="2023-08-10T07:21:04.302" v="1478" actId="1036"/>
          <ac:spMkLst>
            <pc:docMk/>
            <pc:sldMk cId="379094213" sldId="260"/>
            <ac:spMk id="40" creationId="{A27E4FA1-8820-BECC-4E3E-9BBF78145780}"/>
          </ac:spMkLst>
        </pc:spChg>
        <pc:spChg chg="mod">
          <ac:chgData name="Maxime Kohler" userId="6fc84a47-88c8-436f-9020-030c6cac2d44" providerId="ADAL" clId="{8C209237-3ABF-4404-A65C-DB0D9DDA0D05}" dt="2023-08-14T09:23:10.130" v="2619"/>
          <ac:spMkLst>
            <pc:docMk/>
            <pc:sldMk cId="379094213" sldId="260"/>
            <ac:spMk id="48" creationId="{E1D3C850-4385-A108-5F60-62A34562B688}"/>
          </ac:spMkLst>
        </pc:spChg>
        <pc:spChg chg="mod">
          <ac:chgData name="Maxime Kohler" userId="6fc84a47-88c8-436f-9020-030c6cac2d44" providerId="ADAL" clId="{8C209237-3ABF-4404-A65C-DB0D9DDA0D05}" dt="2023-08-14T07:41:51.892" v="1954" actId="20577"/>
          <ac:spMkLst>
            <pc:docMk/>
            <pc:sldMk cId="379094213" sldId="260"/>
            <ac:spMk id="50" creationId="{81CFCEF0-417C-75C6-0F4F-A44D767CE65E}"/>
          </ac:spMkLst>
        </pc:spChg>
        <pc:spChg chg="mod">
          <ac:chgData name="Maxime Kohler" userId="6fc84a47-88c8-436f-9020-030c6cac2d44" providerId="ADAL" clId="{8C209237-3ABF-4404-A65C-DB0D9DDA0D05}" dt="2023-08-14T09:23:10.130" v="2619"/>
          <ac:spMkLst>
            <pc:docMk/>
            <pc:sldMk cId="379094213" sldId="260"/>
            <ac:spMk id="51" creationId="{48AE7752-2343-92E2-7904-AA21EB27D0A0}"/>
          </ac:spMkLst>
        </pc:spChg>
        <pc:spChg chg="mod">
          <ac:chgData name="Maxime Kohler" userId="6fc84a47-88c8-436f-9020-030c6cac2d44" providerId="ADAL" clId="{8C209237-3ABF-4404-A65C-DB0D9DDA0D05}" dt="2023-08-14T09:23:10.130" v="2619"/>
          <ac:spMkLst>
            <pc:docMk/>
            <pc:sldMk cId="379094213" sldId="260"/>
            <ac:spMk id="52" creationId="{732F8FB3-0137-4B21-4FD7-5156B83A876E}"/>
          </ac:spMkLst>
        </pc:spChg>
        <pc:spChg chg="mod">
          <ac:chgData name="Maxime Kohler" userId="6fc84a47-88c8-436f-9020-030c6cac2d44" providerId="ADAL" clId="{8C209237-3ABF-4404-A65C-DB0D9DDA0D05}" dt="2023-08-14T09:23:10.130" v="2619"/>
          <ac:spMkLst>
            <pc:docMk/>
            <pc:sldMk cId="379094213" sldId="260"/>
            <ac:spMk id="53" creationId="{E8D60046-0EBD-5107-431A-44D90FF09C20}"/>
          </ac:spMkLst>
        </pc:spChg>
        <pc:spChg chg="mod">
          <ac:chgData name="Maxime Kohler" userId="6fc84a47-88c8-436f-9020-030c6cac2d44" providerId="ADAL" clId="{8C209237-3ABF-4404-A65C-DB0D9DDA0D05}" dt="2023-08-14T09:23:10.130" v="2619"/>
          <ac:spMkLst>
            <pc:docMk/>
            <pc:sldMk cId="379094213" sldId="260"/>
            <ac:spMk id="54" creationId="{1C3D4040-C788-AB19-BF25-ABF014FEDF35}"/>
          </ac:spMkLst>
        </pc:spChg>
        <pc:spChg chg="mod">
          <ac:chgData name="Maxime Kohler" userId="6fc84a47-88c8-436f-9020-030c6cac2d44" providerId="ADAL" clId="{8C209237-3ABF-4404-A65C-DB0D9DDA0D05}" dt="2023-08-14T09:23:10.130" v="2619"/>
          <ac:spMkLst>
            <pc:docMk/>
            <pc:sldMk cId="379094213" sldId="260"/>
            <ac:spMk id="55" creationId="{FA10A190-7485-AE47-0498-3D1D325E3DE0}"/>
          </ac:spMkLst>
        </pc:spChg>
        <pc:spChg chg="mod">
          <ac:chgData name="Maxime Kohler" userId="6fc84a47-88c8-436f-9020-030c6cac2d44" providerId="ADAL" clId="{8C209237-3ABF-4404-A65C-DB0D9DDA0D05}" dt="2023-08-14T09:23:10.130" v="2619"/>
          <ac:spMkLst>
            <pc:docMk/>
            <pc:sldMk cId="379094213" sldId="260"/>
            <ac:spMk id="56" creationId="{BBC1468D-7BC1-8841-DB05-E38F2A86E30B}"/>
          </ac:spMkLst>
        </pc:spChg>
        <pc:spChg chg="mod">
          <ac:chgData name="Maxime Kohler" userId="6fc84a47-88c8-436f-9020-030c6cac2d44" providerId="ADAL" clId="{8C209237-3ABF-4404-A65C-DB0D9DDA0D05}" dt="2023-08-14T07:32:20.054" v="1811" actId="1076"/>
          <ac:spMkLst>
            <pc:docMk/>
            <pc:sldMk cId="379094213" sldId="260"/>
            <ac:spMk id="58" creationId="{F8AD2DC0-37AF-5BDE-6EF9-60BF8F3E66E7}"/>
          </ac:spMkLst>
        </pc:spChg>
        <pc:spChg chg="mod">
          <ac:chgData name="Maxime Kohler" userId="6fc84a47-88c8-436f-9020-030c6cac2d44" providerId="ADAL" clId="{8C209237-3ABF-4404-A65C-DB0D9DDA0D05}" dt="2023-08-14T09:23:10.130" v="2619"/>
          <ac:spMkLst>
            <pc:docMk/>
            <pc:sldMk cId="379094213" sldId="260"/>
            <ac:spMk id="60" creationId="{7E69293E-E687-9D09-1120-10BD0B6D115A}"/>
          </ac:spMkLst>
        </pc:spChg>
        <pc:spChg chg="mod">
          <ac:chgData name="Maxime Kohler" userId="6fc84a47-88c8-436f-9020-030c6cac2d44" providerId="ADAL" clId="{8C209237-3ABF-4404-A65C-DB0D9DDA0D05}" dt="2023-08-14T09:23:10.130" v="2619"/>
          <ac:spMkLst>
            <pc:docMk/>
            <pc:sldMk cId="379094213" sldId="260"/>
            <ac:spMk id="62" creationId="{F806DCAC-4BF9-0D19-3EE5-E7FF19FBAADD}"/>
          </ac:spMkLst>
        </pc:spChg>
        <pc:spChg chg="mod">
          <ac:chgData name="Maxime Kohler" userId="6fc84a47-88c8-436f-9020-030c6cac2d44" providerId="ADAL" clId="{8C209237-3ABF-4404-A65C-DB0D9DDA0D05}" dt="2023-08-14T09:23:10.130" v="2619"/>
          <ac:spMkLst>
            <pc:docMk/>
            <pc:sldMk cId="379094213" sldId="260"/>
            <ac:spMk id="63" creationId="{9BDB0C67-7563-C8D5-AF4A-3D84B5429604}"/>
          </ac:spMkLst>
        </pc:spChg>
        <pc:spChg chg="mod">
          <ac:chgData name="Maxime Kohler" userId="6fc84a47-88c8-436f-9020-030c6cac2d44" providerId="ADAL" clId="{8C209237-3ABF-4404-A65C-DB0D9DDA0D05}" dt="2023-08-14T09:23:10.130" v="2619"/>
          <ac:spMkLst>
            <pc:docMk/>
            <pc:sldMk cId="379094213" sldId="260"/>
            <ac:spMk id="2048" creationId="{90ECC48A-0803-1982-BB01-1FCB3F0C1027}"/>
          </ac:spMkLst>
        </pc:spChg>
        <pc:spChg chg="mod">
          <ac:chgData name="Maxime Kohler" userId="6fc84a47-88c8-436f-9020-030c6cac2d44" providerId="ADAL" clId="{8C209237-3ABF-4404-A65C-DB0D9DDA0D05}" dt="2023-08-14T09:23:10.130" v="2619"/>
          <ac:spMkLst>
            <pc:docMk/>
            <pc:sldMk cId="379094213" sldId="260"/>
            <ac:spMk id="2049" creationId="{3046E014-347F-B0C9-C374-195331320FBB}"/>
          </ac:spMkLst>
        </pc:spChg>
        <pc:spChg chg="mod">
          <ac:chgData name="Maxime Kohler" userId="6fc84a47-88c8-436f-9020-030c6cac2d44" providerId="ADAL" clId="{8C209237-3ABF-4404-A65C-DB0D9DDA0D05}" dt="2023-08-14T09:23:10.130" v="2619"/>
          <ac:spMkLst>
            <pc:docMk/>
            <pc:sldMk cId="379094213" sldId="260"/>
            <ac:spMk id="2051" creationId="{E46E95A8-A98C-7C8B-4DC3-594B724F0942}"/>
          </ac:spMkLst>
        </pc:spChg>
        <pc:spChg chg="mod">
          <ac:chgData name="Maxime Kohler" userId="6fc84a47-88c8-436f-9020-030c6cac2d44" providerId="ADAL" clId="{8C209237-3ABF-4404-A65C-DB0D9DDA0D05}" dt="2023-08-14T09:23:10.130" v="2619"/>
          <ac:spMkLst>
            <pc:docMk/>
            <pc:sldMk cId="379094213" sldId="260"/>
            <ac:spMk id="2052" creationId="{DE3D660E-CC36-EAC6-570E-308D4D3488B8}"/>
          </ac:spMkLst>
        </pc:spChg>
        <pc:spChg chg="mod">
          <ac:chgData name="Maxime Kohler" userId="6fc84a47-88c8-436f-9020-030c6cac2d44" providerId="ADAL" clId="{8C209237-3ABF-4404-A65C-DB0D9DDA0D05}" dt="2023-08-14T09:23:14.872" v="2623"/>
          <ac:spMkLst>
            <pc:docMk/>
            <pc:sldMk cId="379094213" sldId="260"/>
            <ac:spMk id="2064" creationId="{9A6BBE94-3D2F-F6F0-1DB9-310DE84FF5FD}"/>
          </ac:spMkLst>
        </pc:spChg>
        <pc:spChg chg="mod">
          <ac:chgData name="Maxime Kohler" userId="6fc84a47-88c8-436f-9020-030c6cac2d44" providerId="ADAL" clId="{8C209237-3ABF-4404-A65C-DB0D9DDA0D05}" dt="2023-08-14T09:23:14.872" v="2623"/>
          <ac:spMkLst>
            <pc:docMk/>
            <pc:sldMk cId="379094213" sldId="260"/>
            <ac:spMk id="2066" creationId="{A602DD2D-A724-9059-9C28-1B51F2C86B37}"/>
          </ac:spMkLst>
        </pc:spChg>
        <pc:spChg chg="mod">
          <ac:chgData name="Maxime Kohler" userId="6fc84a47-88c8-436f-9020-030c6cac2d44" providerId="ADAL" clId="{8C209237-3ABF-4404-A65C-DB0D9DDA0D05}" dt="2023-08-14T09:23:14.872" v="2623"/>
          <ac:spMkLst>
            <pc:docMk/>
            <pc:sldMk cId="379094213" sldId="260"/>
            <ac:spMk id="2067" creationId="{7AC309B5-601B-F48C-01B2-0B2BE29F5FF6}"/>
          </ac:spMkLst>
        </pc:spChg>
        <pc:spChg chg="mod">
          <ac:chgData name="Maxime Kohler" userId="6fc84a47-88c8-436f-9020-030c6cac2d44" providerId="ADAL" clId="{8C209237-3ABF-4404-A65C-DB0D9DDA0D05}" dt="2023-08-14T09:23:14.872" v="2623"/>
          <ac:spMkLst>
            <pc:docMk/>
            <pc:sldMk cId="379094213" sldId="260"/>
            <ac:spMk id="2068" creationId="{0AC543F3-83C2-AA02-B646-967A8C34217D}"/>
          </ac:spMkLst>
        </pc:spChg>
        <pc:spChg chg="mod">
          <ac:chgData name="Maxime Kohler" userId="6fc84a47-88c8-436f-9020-030c6cac2d44" providerId="ADAL" clId="{8C209237-3ABF-4404-A65C-DB0D9DDA0D05}" dt="2023-08-14T09:23:14.872" v="2623"/>
          <ac:spMkLst>
            <pc:docMk/>
            <pc:sldMk cId="379094213" sldId="260"/>
            <ac:spMk id="2069" creationId="{62B6B8A8-EDD4-DCAF-18A6-214621B7416E}"/>
          </ac:spMkLst>
        </pc:spChg>
        <pc:spChg chg="mod">
          <ac:chgData name="Maxime Kohler" userId="6fc84a47-88c8-436f-9020-030c6cac2d44" providerId="ADAL" clId="{8C209237-3ABF-4404-A65C-DB0D9DDA0D05}" dt="2023-08-14T09:23:14.872" v="2623"/>
          <ac:spMkLst>
            <pc:docMk/>
            <pc:sldMk cId="379094213" sldId="260"/>
            <ac:spMk id="2070" creationId="{62E923B1-4780-9D0E-CD37-D193F62B682A}"/>
          </ac:spMkLst>
        </pc:spChg>
        <pc:spChg chg="mod">
          <ac:chgData name="Maxime Kohler" userId="6fc84a47-88c8-436f-9020-030c6cac2d44" providerId="ADAL" clId="{8C209237-3ABF-4404-A65C-DB0D9DDA0D05}" dt="2023-08-14T09:23:14.872" v="2623"/>
          <ac:spMkLst>
            <pc:docMk/>
            <pc:sldMk cId="379094213" sldId="260"/>
            <ac:spMk id="2071" creationId="{4D3C0696-2505-C52A-B386-31CF4AC9FB07}"/>
          </ac:spMkLst>
        </pc:spChg>
        <pc:spChg chg="mod">
          <ac:chgData name="Maxime Kohler" userId="6fc84a47-88c8-436f-9020-030c6cac2d44" providerId="ADAL" clId="{8C209237-3ABF-4404-A65C-DB0D9DDA0D05}" dt="2023-08-14T09:23:14.872" v="2623"/>
          <ac:spMkLst>
            <pc:docMk/>
            <pc:sldMk cId="379094213" sldId="260"/>
            <ac:spMk id="2072" creationId="{DA886131-A44F-B8B8-058A-AB403A3CF7C4}"/>
          </ac:spMkLst>
        </pc:spChg>
        <pc:spChg chg="mod">
          <ac:chgData name="Maxime Kohler" userId="6fc84a47-88c8-436f-9020-030c6cac2d44" providerId="ADAL" clId="{8C209237-3ABF-4404-A65C-DB0D9DDA0D05}" dt="2023-08-14T09:23:14.872" v="2623"/>
          <ac:spMkLst>
            <pc:docMk/>
            <pc:sldMk cId="379094213" sldId="260"/>
            <ac:spMk id="2073" creationId="{09784DDD-101B-1FE1-5F81-97B0ED813810}"/>
          </ac:spMkLst>
        </pc:spChg>
        <pc:spChg chg="mod">
          <ac:chgData name="Maxime Kohler" userId="6fc84a47-88c8-436f-9020-030c6cac2d44" providerId="ADAL" clId="{8C209237-3ABF-4404-A65C-DB0D9DDA0D05}" dt="2023-08-14T09:23:14.872" v="2623"/>
          <ac:spMkLst>
            <pc:docMk/>
            <pc:sldMk cId="379094213" sldId="260"/>
            <ac:spMk id="2074" creationId="{EDA4A7CE-DD00-2272-D00A-4DA1B612491F}"/>
          </ac:spMkLst>
        </pc:spChg>
        <pc:spChg chg="mod">
          <ac:chgData name="Maxime Kohler" userId="6fc84a47-88c8-436f-9020-030c6cac2d44" providerId="ADAL" clId="{8C209237-3ABF-4404-A65C-DB0D9DDA0D05}" dt="2023-08-14T09:23:14.872" v="2623"/>
          <ac:spMkLst>
            <pc:docMk/>
            <pc:sldMk cId="379094213" sldId="260"/>
            <ac:spMk id="2075" creationId="{F796BFFE-E614-D9E5-5234-27B70D24554B}"/>
          </ac:spMkLst>
        </pc:spChg>
        <pc:spChg chg="mod">
          <ac:chgData name="Maxime Kohler" userId="6fc84a47-88c8-436f-9020-030c6cac2d44" providerId="ADAL" clId="{8C209237-3ABF-4404-A65C-DB0D9DDA0D05}" dt="2023-08-14T09:23:14.872" v="2623"/>
          <ac:spMkLst>
            <pc:docMk/>
            <pc:sldMk cId="379094213" sldId="260"/>
            <ac:spMk id="2076" creationId="{A9E8D7FA-86ED-0BCC-E13F-E9DABA5E68D0}"/>
          </ac:spMkLst>
        </pc:spChg>
        <pc:spChg chg="mod">
          <ac:chgData name="Maxime Kohler" userId="6fc84a47-88c8-436f-9020-030c6cac2d44" providerId="ADAL" clId="{8C209237-3ABF-4404-A65C-DB0D9DDA0D05}" dt="2023-08-14T09:23:14.872" v="2623"/>
          <ac:spMkLst>
            <pc:docMk/>
            <pc:sldMk cId="379094213" sldId="260"/>
            <ac:spMk id="2077" creationId="{721A9ABE-054D-87B5-5FE0-6AA24E421DAA}"/>
          </ac:spMkLst>
        </pc:spChg>
        <pc:spChg chg="mod">
          <ac:chgData name="Maxime Kohler" userId="6fc84a47-88c8-436f-9020-030c6cac2d44" providerId="ADAL" clId="{8C209237-3ABF-4404-A65C-DB0D9DDA0D05}" dt="2023-08-14T09:23:14.872" v="2623"/>
          <ac:spMkLst>
            <pc:docMk/>
            <pc:sldMk cId="379094213" sldId="260"/>
            <ac:spMk id="2078" creationId="{40BF2B48-993D-15CD-5EE5-DF17AB419438}"/>
          </ac:spMkLst>
        </pc:spChg>
        <pc:spChg chg="mod">
          <ac:chgData name="Maxime Kohler" userId="6fc84a47-88c8-436f-9020-030c6cac2d44" providerId="ADAL" clId="{8C209237-3ABF-4404-A65C-DB0D9DDA0D05}" dt="2023-08-14T07:53:34.417" v="2029" actId="108"/>
          <ac:spMkLst>
            <pc:docMk/>
            <pc:sldMk cId="379094213" sldId="260"/>
            <ac:spMk id="2127" creationId="{E5EF8348-8D0B-A848-D68D-7E0442E723E1}"/>
          </ac:spMkLst>
        </pc:spChg>
        <pc:spChg chg="mod">
          <ac:chgData name="Maxime Kohler" userId="6fc84a47-88c8-436f-9020-030c6cac2d44" providerId="ADAL" clId="{8C209237-3ABF-4404-A65C-DB0D9DDA0D05}" dt="2023-08-14T07:54:14.156" v="2053" actId="207"/>
          <ac:spMkLst>
            <pc:docMk/>
            <pc:sldMk cId="379094213" sldId="260"/>
            <ac:spMk id="2140" creationId="{A8A899B8-774D-0F79-F7EE-C02670FA918B}"/>
          </ac:spMkLst>
        </pc:spChg>
        <pc:spChg chg="mod">
          <ac:chgData name="Maxime Kohler" userId="6fc84a47-88c8-436f-9020-030c6cac2d44" providerId="ADAL" clId="{8C209237-3ABF-4404-A65C-DB0D9DDA0D05}" dt="2023-08-14T07:54:17.936" v="2054" actId="207"/>
          <ac:spMkLst>
            <pc:docMk/>
            <pc:sldMk cId="379094213" sldId="260"/>
            <ac:spMk id="2146" creationId="{4F2A4988-1F25-D2E9-6CB1-3F50EFE82BBF}"/>
          </ac:spMkLst>
        </pc:spChg>
        <pc:grpChg chg="mod">
          <ac:chgData name="Maxime Kohler" userId="6fc84a47-88c8-436f-9020-030c6cac2d44" providerId="ADAL" clId="{8C209237-3ABF-4404-A65C-DB0D9DDA0D05}" dt="2023-08-14T07:38:20.799" v="1904" actId="1076"/>
          <ac:grpSpMkLst>
            <pc:docMk/>
            <pc:sldMk cId="379094213" sldId="260"/>
            <ac:grpSpMk id="6" creationId="{8BF90273-609C-CBD8-C49F-9951E1D144C6}"/>
          </ac:grpSpMkLst>
        </pc:grpChg>
        <pc:grpChg chg="add del mod">
          <ac:chgData name="Maxime Kohler" userId="6fc84a47-88c8-436f-9020-030c6cac2d44" providerId="ADAL" clId="{8C209237-3ABF-4404-A65C-DB0D9DDA0D05}" dt="2023-08-14T09:23:13.725" v="2622"/>
          <ac:grpSpMkLst>
            <pc:docMk/>
            <pc:sldMk cId="379094213" sldId="260"/>
            <ac:grpSpMk id="43" creationId="{9FA6544C-CD3B-51D2-BE07-9FAF70062341}"/>
          </ac:grpSpMkLst>
        </pc:grpChg>
        <pc:grpChg chg="mod">
          <ac:chgData name="Maxime Kohler" userId="6fc84a47-88c8-436f-9020-030c6cac2d44" providerId="ADAL" clId="{8C209237-3ABF-4404-A65C-DB0D9DDA0D05}" dt="2023-08-14T07:38:20.799" v="1904" actId="1076"/>
          <ac:grpSpMkLst>
            <pc:docMk/>
            <pc:sldMk cId="379094213" sldId="260"/>
            <ac:grpSpMk id="59" creationId="{7C4EFA85-2A80-88DA-72E1-82A0CBB08654}"/>
          </ac:grpSpMkLst>
        </pc:grpChg>
        <pc:grpChg chg="add del mod">
          <ac:chgData name="Maxime Kohler" userId="6fc84a47-88c8-436f-9020-030c6cac2d44" providerId="ADAL" clId="{8C209237-3ABF-4404-A65C-DB0D9DDA0D05}" dt="2023-08-14T09:23:19.254" v="2625" actId="478"/>
          <ac:grpSpMkLst>
            <pc:docMk/>
            <pc:sldMk cId="379094213" sldId="260"/>
            <ac:grpSpMk id="2059" creationId="{B79F0EFB-DC40-B9D9-8E72-8C3B986A1DB5}"/>
          </ac:grpSpMkLst>
        </pc:grpChg>
        <pc:picChg chg="mod">
          <ac:chgData name="Maxime Kohler" userId="6fc84a47-88c8-436f-9020-030c6cac2d44" providerId="ADAL" clId="{8C209237-3ABF-4404-A65C-DB0D9DDA0D05}" dt="2023-08-10T06:56:54.700" v="1077" actId="1076"/>
          <ac:picMkLst>
            <pc:docMk/>
            <pc:sldMk cId="379094213" sldId="260"/>
            <ac:picMk id="3" creationId="{2066CB38-A7FB-B43A-8850-E4246FA238A2}"/>
          </ac:picMkLst>
        </pc:picChg>
        <pc:picChg chg="add del mod">
          <ac:chgData name="Maxime Kohler" userId="6fc84a47-88c8-436f-9020-030c6cac2d44" providerId="ADAL" clId="{8C209237-3ABF-4404-A65C-DB0D9DDA0D05}" dt="2023-08-14T08:37:26.170" v="2182" actId="478"/>
          <ac:picMkLst>
            <pc:docMk/>
            <pc:sldMk cId="379094213" sldId="260"/>
            <ac:picMk id="5" creationId="{B5ABC88B-A4CC-6C49-6B25-EEF827C5C339}"/>
          </ac:picMkLst>
        </pc:picChg>
        <pc:picChg chg="add del mod">
          <ac:chgData name="Maxime Kohler" userId="6fc84a47-88c8-436f-9020-030c6cac2d44" providerId="ADAL" clId="{8C209237-3ABF-4404-A65C-DB0D9DDA0D05}" dt="2023-08-14T09:02:28.763" v="2199" actId="478"/>
          <ac:picMkLst>
            <pc:docMk/>
            <pc:sldMk cId="379094213" sldId="260"/>
            <ac:picMk id="11" creationId="{639F4B00-D053-D55E-0FE1-F417732618D2}"/>
          </ac:picMkLst>
        </pc:picChg>
        <pc:picChg chg="add del mod">
          <ac:chgData name="Maxime Kohler" userId="6fc84a47-88c8-436f-9020-030c6cac2d44" providerId="ADAL" clId="{8C209237-3ABF-4404-A65C-DB0D9DDA0D05}" dt="2023-08-14T09:02:24.746" v="2198"/>
          <ac:picMkLst>
            <pc:docMk/>
            <pc:sldMk cId="379094213" sldId="260"/>
            <ac:picMk id="13" creationId="{F125547B-BF78-CA2D-A249-28060D4CD184}"/>
          </ac:picMkLst>
        </pc:picChg>
        <pc:picChg chg="add del mod">
          <ac:chgData name="Maxime Kohler" userId="6fc84a47-88c8-436f-9020-030c6cac2d44" providerId="ADAL" clId="{8C209237-3ABF-4404-A65C-DB0D9DDA0D05}" dt="2023-08-14T09:02:24.746" v="2198"/>
          <ac:picMkLst>
            <pc:docMk/>
            <pc:sldMk cId="379094213" sldId="260"/>
            <ac:picMk id="16" creationId="{8F024741-D341-B63A-C381-E3EF2B6DC468}"/>
          </ac:picMkLst>
        </pc:picChg>
        <pc:picChg chg="add del mod ord">
          <ac:chgData name="Maxime Kohler" userId="6fc84a47-88c8-436f-9020-030c6cac2d44" providerId="ADAL" clId="{8C209237-3ABF-4404-A65C-DB0D9DDA0D05}" dt="2023-08-14T09:23:12.612" v="2621" actId="1076"/>
          <ac:picMkLst>
            <pc:docMk/>
            <pc:sldMk cId="379094213" sldId="260"/>
            <ac:picMk id="25" creationId="{F63C15C0-9E09-F836-16D8-424C033CAFB3}"/>
          </ac:picMkLst>
        </pc:picChg>
        <pc:picChg chg="mod">
          <ac:chgData name="Maxime Kohler" userId="6fc84a47-88c8-436f-9020-030c6cac2d44" providerId="ADAL" clId="{8C209237-3ABF-4404-A65C-DB0D9DDA0D05}" dt="2023-08-14T07:53:57.830" v="2052" actId="1036"/>
          <ac:picMkLst>
            <pc:docMk/>
            <pc:sldMk cId="379094213" sldId="260"/>
            <ac:picMk id="26" creationId="{9B8D2BF8-6735-A594-BA63-1A16D38A76BC}"/>
          </ac:picMkLst>
        </pc:picChg>
        <pc:picChg chg="add del mod">
          <ac:chgData name="Maxime Kohler" userId="6fc84a47-88c8-436f-9020-030c6cac2d44" providerId="ADAL" clId="{8C209237-3ABF-4404-A65C-DB0D9DDA0D05}" dt="2023-08-14T09:02:50.232" v="2203"/>
          <ac:picMkLst>
            <pc:docMk/>
            <pc:sldMk cId="379094213" sldId="260"/>
            <ac:picMk id="27" creationId="{7E1C8FB8-0F0F-EA72-9C81-41D1EB619D05}"/>
          </ac:picMkLst>
        </pc:picChg>
        <pc:picChg chg="add del mod">
          <ac:chgData name="Maxime Kohler" userId="6fc84a47-88c8-436f-9020-030c6cac2d44" providerId="ADAL" clId="{8C209237-3ABF-4404-A65C-DB0D9DDA0D05}" dt="2023-08-14T09:02:50.232" v="2203"/>
          <ac:picMkLst>
            <pc:docMk/>
            <pc:sldMk cId="379094213" sldId="260"/>
            <ac:picMk id="28" creationId="{7FAF7DF9-0864-AA7C-596E-8D765B366BA4}"/>
          </ac:picMkLst>
        </pc:picChg>
        <pc:picChg chg="mod">
          <ac:chgData name="Maxime Kohler" userId="6fc84a47-88c8-436f-9020-030c6cac2d44" providerId="ADAL" clId="{8C209237-3ABF-4404-A65C-DB0D9DDA0D05}" dt="2023-08-10T07:21:04.302" v="1478" actId="1036"/>
          <ac:picMkLst>
            <pc:docMk/>
            <pc:sldMk cId="379094213" sldId="260"/>
            <ac:picMk id="35" creationId="{C671EE5D-C35A-DCB1-83D6-A9C01F0EF9A0}"/>
          </ac:picMkLst>
        </pc:picChg>
        <pc:picChg chg="mod">
          <ac:chgData name="Maxime Kohler" userId="6fc84a47-88c8-436f-9020-030c6cac2d44" providerId="ADAL" clId="{8C209237-3ABF-4404-A65C-DB0D9DDA0D05}" dt="2023-08-10T07:21:04.302" v="1478" actId="1036"/>
          <ac:picMkLst>
            <pc:docMk/>
            <pc:sldMk cId="379094213" sldId="260"/>
            <ac:picMk id="36" creationId="{B2F4FF4E-A136-DF7A-328B-5C2BD59A85A4}"/>
          </ac:picMkLst>
        </pc:picChg>
        <pc:picChg chg="add del">
          <ac:chgData name="Maxime Kohler" userId="6fc84a47-88c8-436f-9020-030c6cac2d44" providerId="ADAL" clId="{8C209237-3ABF-4404-A65C-DB0D9DDA0D05}" dt="2023-08-10T07:08:56.335" v="1173" actId="22"/>
          <ac:picMkLst>
            <pc:docMk/>
            <pc:sldMk cId="379094213" sldId="260"/>
            <ac:picMk id="37" creationId="{0C3B8364-5446-4839-0448-8B7E96358177}"/>
          </ac:picMkLst>
        </pc:picChg>
        <pc:picChg chg="add del mod">
          <ac:chgData name="Maxime Kohler" userId="6fc84a47-88c8-436f-9020-030c6cac2d44" providerId="ADAL" clId="{8C209237-3ABF-4404-A65C-DB0D9DDA0D05}" dt="2023-08-14T09:03:15.186" v="2221" actId="478"/>
          <ac:picMkLst>
            <pc:docMk/>
            <pc:sldMk cId="379094213" sldId="260"/>
            <ac:picMk id="37" creationId="{78AAA25B-EA0F-67FB-0578-0F904A4B6704}"/>
          </ac:picMkLst>
        </pc:picChg>
        <pc:picChg chg="add del mod">
          <ac:chgData name="Maxime Kohler" userId="6fc84a47-88c8-436f-9020-030c6cac2d44" providerId="ADAL" clId="{8C209237-3ABF-4404-A65C-DB0D9DDA0D05}" dt="2023-08-14T09:03:15.186" v="2221" actId="478"/>
          <ac:picMkLst>
            <pc:docMk/>
            <pc:sldMk cId="379094213" sldId="260"/>
            <ac:picMk id="38" creationId="{E1F416F8-136E-7892-086D-720BC8984CF2}"/>
          </ac:picMkLst>
        </pc:picChg>
        <pc:picChg chg="mod">
          <ac:chgData name="Maxime Kohler" userId="6fc84a47-88c8-436f-9020-030c6cac2d44" providerId="ADAL" clId="{8C209237-3ABF-4404-A65C-DB0D9DDA0D05}" dt="2023-08-14T09:23:10.130" v="2619"/>
          <ac:picMkLst>
            <pc:docMk/>
            <pc:sldMk cId="379094213" sldId="260"/>
            <ac:picMk id="44" creationId="{77190F0F-49BD-BB25-CFB5-19E6B08E1D7C}"/>
          </ac:picMkLst>
        </pc:picChg>
        <pc:picChg chg="mod">
          <ac:chgData name="Maxime Kohler" userId="6fc84a47-88c8-436f-9020-030c6cac2d44" providerId="ADAL" clId="{8C209237-3ABF-4404-A65C-DB0D9DDA0D05}" dt="2023-08-10T07:30:37.134" v="1635" actId="1036"/>
          <ac:picMkLst>
            <pc:docMk/>
            <pc:sldMk cId="379094213" sldId="260"/>
            <ac:picMk id="57" creationId="{3F160C11-3FA9-8960-6978-D69FAB30F9A4}"/>
          </ac:picMkLst>
        </pc:picChg>
        <pc:picChg chg="mod">
          <ac:chgData name="Maxime Kohler" userId="6fc84a47-88c8-436f-9020-030c6cac2d44" providerId="ADAL" clId="{8C209237-3ABF-4404-A65C-DB0D9DDA0D05}" dt="2023-08-14T07:49:20.630" v="1968"/>
          <ac:picMkLst>
            <pc:docMk/>
            <pc:sldMk cId="379094213" sldId="260"/>
            <ac:picMk id="61" creationId="{5BA31DD6-E99B-A105-2822-0C16DDE43E3F}"/>
          </ac:picMkLst>
        </pc:picChg>
        <pc:picChg chg="mod">
          <ac:chgData name="Maxime Kohler" userId="6fc84a47-88c8-436f-9020-030c6cac2d44" providerId="ADAL" clId="{8C209237-3ABF-4404-A65C-DB0D9DDA0D05}" dt="2023-08-14T07:38:20.799" v="1904" actId="1076"/>
          <ac:picMkLst>
            <pc:docMk/>
            <pc:sldMk cId="379094213" sldId="260"/>
            <ac:picMk id="2050" creationId="{1101EA3E-7D66-7B28-232C-9D20B8280228}"/>
          </ac:picMkLst>
        </pc:picChg>
        <pc:picChg chg="mod">
          <ac:chgData name="Maxime Kohler" userId="6fc84a47-88c8-436f-9020-030c6cac2d44" providerId="ADAL" clId="{8C209237-3ABF-4404-A65C-DB0D9DDA0D05}" dt="2023-08-14T09:23:14.872" v="2623"/>
          <ac:picMkLst>
            <pc:docMk/>
            <pc:sldMk cId="379094213" sldId="260"/>
            <ac:picMk id="2060" creationId="{C5AAB380-5A2A-6CFF-A187-F374EF05E71E}"/>
          </ac:picMkLst>
        </pc:picChg>
        <pc:picChg chg="mod">
          <ac:chgData name="Maxime Kohler" userId="6fc84a47-88c8-436f-9020-030c6cac2d44" providerId="ADAL" clId="{8C209237-3ABF-4404-A65C-DB0D9DDA0D05}" dt="2023-08-10T07:43:37.920" v="1708" actId="1036"/>
          <ac:picMkLst>
            <pc:docMk/>
            <pc:sldMk cId="379094213" sldId="260"/>
            <ac:picMk id="2116" creationId="{296F5FCF-9269-FCC0-731D-E8801471590C}"/>
          </ac:picMkLst>
        </pc:picChg>
        <pc:picChg chg="mod">
          <ac:chgData name="Maxime Kohler" userId="6fc84a47-88c8-436f-9020-030c6cac2d44" providerId="ADAL" clId="{8C209237-3ABF-4404-A65C-DB0D9DDA0D05}" dt="2023-08-14T07:53:49.925" v="2049" actId="1036"/>
          <ac:picMkLst>
            <pc:docMk/>
            <pc:sldMk cId="379094213" sldId="260"/>
            <ac:picMk id="2182" creationId="{EB80303E-704C-F409-AD3B-818707B7C2FC}"/>
          </ac:picMkLst>
        </pc:picChg>
        <pc:cxnChg chg="add mod">
          <ac:chgData name="Maxime Kohler" userId="6fc84a47-88c8-436f-9020-030c6cac2d44" providerId="ADAL" clId="{8C209237-3ABF-4404-A65C-DB0D9DDA0D05}" dt="2023-08-10T07:44:24.735" v="1725" actId="208"/>
          <ac:cxnSpMkLst>
            <pc:docMk/>
            <pc:sldMk cId="379094213" sldId="260"/>
            <ac:cxnSpMk id="7" creationId="{EAF042EB-2BD1-1AE3-EE76-7EB40E07E504}"/>
          </ac:cxnSpMkLst>
        </pc:cxnChg>
        <pc:cxnChg chg="mod">
          <ac:chgData name="Maxime Kohler" userId="6fc84a47-88c8-436f-9020-030c6cac2d44" providerId="ADAL" clId="{8C209237-3ABF-4404-A65C-DB0D9DDA0D05}" dt="2023-08-14T07:38:20.799" v="1904" actId="1076"/>
          <ac:cxnSpMkLst>
            <pc:docMk/>
            <pc:sldMk cId="379094213" sldId="260"/>
            <ac:cxnSpMk id="9" creationId="{B673506D-93FA-955A-5B81-B74840126139}"/>
          </ac:cxnSpMkLst>
        </pc:cxnChg>
        <pc:cxnChg chg="add mod">
          <ac:chgData name="Maxime Kohler" userId="6fc84a47-88c8-436f-9020-030c6cac2d44" providerId="ADAL" clId="{8C209237-3ABF-4404-A65C-DB0D9DDA0D05}" dt="2023-08-14T07:42:13.741" v="1965" actId="1035"/>
          <ac:cxnSpMkLst>
            <pc:docMk/>
            <pc:sldMk cId="379094213" sldId="260"/>
            <ac:cxnSpMk id="12" creationId="{BE2AE794-7CE2-261C-11BF-6821C844C889}"/>
          </ac:cxnSpMkLst>
        </pc:cxnChg>
        <pc:cxnChg chg="mod">
          <ac:chgData name="Maxime Kohler" userId="6fc84a47-88c8-436f-9020-030c6cac2d44" providerId="ADAL" clId="{8C209237-3ABF-4404-A65C-DB0D9DDA0D05}" dt="2023-08-14T07:38:20.799" v="1904" actId="1076"/>
          <ac:cxnSpMkLst>
            <pc:docMk/>
            <pc:sldMk cId="379094213" sldId="260"/>
            <ac:cxnSpMk id="15" creationId="{F05BEEF3-CE28-25B7-32BB-6369B564C6F2}"/>
          </ac:cxnSpMkLst>
        </pc:cxnChg>
        <pc:cxnChg chg="add del mod">
          <ac:chgData name="Maxime Kohler" userId="6fc84a47-88c8-436f-9020-030c6cac2d44" providerId="ADAL" clId="{8C209237-3ABF-4404-A65C-DB0D9DDA0D05}" dt="2023-08-14T09:02:24.746" v="2198"/>
          <ac:cxnSpMkLst>
            <pc:docMk/>
            <pc:sldMk cId="379094213" sldId="260"/>
            <ac:cxnSpMk id="17" creationId="{DC6CA262-97FC-0EE9-B20B-271EA7E941A3}"/>
          </ac:cxnSpMkLst>
        </pc:cxnChg>
        <pc:cxnChg chg="mod">
          <ac:chgData name="Maxime Kohler" userId="6fc84a47-88c8-436f-9020-030c6cac2d44" providerId="ADAL" clId="{8C209237-3ABF-4404-A65C-DB0D9DDA0D05}" dt="2023-08-14T07:38:41.610" v="1907" actId="14100"/>
          <ac:cxnSpMkLst>
            <pc:docMk/>
            <pc:sldMk cId="379094213" sldId="260"/>
            <ac:cxnSpMk id="18" creationId="{E3D0E875-A2FD-186D-E182-E042EDAE3D8E}"/>
          </ac:cxnSpMkLst>
        </pc:cxnChg>
        <pc:cxnChg chg="add mod">
          <ac:chgData name="Maxime Kohler" userId="6fc84a47-88c8-436f-9020-030c6cac2d44" providerId="ADAL" clId="{8C209237-3ABF-4404-A65C-DB0D9DDA0D05}" dt="2023-08-10T06:56:46.575" v="1076" actId="14100"/>
          <ac:cxnSpMkLst>
            <pc:docMk/>
            <pc:sldMk cId="379094213" sldId="260"/>
            <ac:cxnSpMk id="20" creationId="{4AB0D3B7-B922-A026-8DD7-2EE026F849AD}"/>
          </ac:cxnSpMkLst>
        </pc:cxnChg>
        <pc:cxnChg chg="add del mod">
          <ac:chgData name="Maxime Kohler" userId="6fc84a47-88c8-436f-9020-030c6cac2d44" providerId="ADAL" clId="{8C209237-3ABF-4404-A65C-DB0D9DDA0D05}" dt="2023-08-14T09:02:24.746" v="2198"/>
          <ac:cxnSpMkLst>
            <pc:docMk/>
            <pc:sldMk cId="379094213" sldId="260"/>
            <ac:cxnSpMk id="21" creationId="{44037A79-EABD-37E5-9319-EB4BDA2E64FD}"/>
          </ac:cxnSpMkLst>
        </pc:cxnChg>
        <pc:cxnChg chg="add del mod">
          <ac:chgData name="Maxime Kohler" userId="6fc84a47-88c8-436f-9020-030c6cac2d44" providerId="ADAL" clId="{8C209237-3ABF-4404-A65C-DB0D9DDA0D05}" dt="2023-08-14T09:02:50.232" v="2203"/>
          <ac:cxnSpMkLst>
            <pc:docMk/>
            <pc:sldMk cId="379094213" sldId="260"/>
            <ac:cxnSpMk id="30" creationId="{7D17391B-D9C6-BB14-0395-1596131A9BA1}"/>
          </ac:cxnSpMkLst>
        </pc:cxnChg>
        <pc:cxnChg chg="add del mod">
          <ac:chgData name="Maxime Kohler" userId="6fc84a47-88c8-436f-9020-030c6cac2d44" providerId="ADAL" clId="{8C209237-3ABF-4404-A65C-DB0D9DDA0D05}" dt="2023-08-14T09:02:50.232" v="2203"/>
          <ac:cxnSpMkLst>
            <pc:docMk/>
            <pc:sldMk cId="379094213" sldId="260"/>
            <ac:cxnSpMk id="33" creationId="{7C7D2CF5-9C32-75F3-C9BF-BC663ED75922}"/>
          </ac:cxnSpMkLst>
        </pc:cxnChg>
        <pc:cxnChg chg="add del mod">
          <ac:chgData name="Maxime Kohler" userId="6fc84a47-88c8-436f-9020-030c6cac2d44" providerId="ADAL" clId="{8C209237-3ABF-4404-A65C-DB0D9DDA0D05}" dt="2023-08-14T09:03:15.186" v="2221" actId="478"/>
          <ac:cxnSpMkLst>
            <pc:docMk/>
            <pc:sldMk cId="379094213" sldId="260"/>
            <ac:cxnSpMk id="41" creationId="{E1EC0653-CB82-8383-B0B7-2A34770645B8}"/>
          </ac:cxnSpMkLst>
        </pc:cxnChg>
        <pc:cxnChg chg="add del mod">
          <ac:chgData name="Maxime Kohler" userId="6fc84a47-88c8-436f-9020-030c6cac2d44" providerId="ADAL" clId="{8C209237-3ABF-4404-A65C-DB0D9DDA0D05}" dt="2023-08-14T09:03:15.186" v="2221" actId="478"/>
          <ac:cxnSpMkLst>
            <pc:docMk/>
            <pc:sldMk cId="379094213" sldId="260"/>
            <ac:cxnSpMk id="42" creationId="{AC3B44B8-3194-973F-198C-6E28639AFE78}"/>
          </ac:cxnSpMkLst>
        </pc:cxnChg>
        <pc:cxnChg chg="mod">
          <ac:chgData name="Maxime Kohler" userId="6fc84a47-88c8-436f-9020-030c6cac2d44" providerId="ADAL" clId="{8C209237-3ABF-4404-A65C-DB0D9DDA0D05}" dt="2023-08-14T09:23:10.130" v="2619"/>
          <ac:cxnSpMkLst>
            <pc:docMk/>
            <pc:sldMk cId="379094213" sldId="260"/>
            <ac:cxnSpMk id="45" creationId="{12A2ACA5-5CB9-A20A-5631-08C734F35191}"/>
          </ac:cxnSpMkLst>
        </pc:cxnChg>
        <pc:cxnChg chg="mod">
          <ac:chgData name="Maxime Kohler" userId="6fc84a47-88c8-436f-9020-030c6cac2d44" providerId="ADAL" clId="{8C209237-3ABF-4404-A65C-DB0D9DDA0D05}" dt="2023-08-14T09:23:10.130" v="2619"/>
          <ac:cxnSpMkLst>
            <pc:docMk/>
            <pc:sldMk cId="379094213" sldId="260"/>
            <ac:cxnSpMk id="46" creationId="{0CC7F10C-CF29-D5F9-2C25-FC52911A18EB}"/>
          </ac:cxnSpMkLst>
        </pc:cxnChg>
        <pc:cxnChg chg="mod">
          <ac:chgData name="Maxime Kohler" userId="6fc84a47-88c8-436f-9020-030c6cac2d44" providerId="ADAL" clId="{8C209237-3ABF-4404-A65C-DB0D9DDA0D05}" dt="2023-08-14T09:23:10.130" v="2619"/>
          <ac:cxnSpMkLst>
            <pc:docMk/>
            <pc:sldMk cId="379094213" sldId="260"/>
            <ac:cxnSpMk id="47" creationId="{18E5441B-E377-193A-8C91-802DFF0BDEB5}"/>
          </ac:cxnSpMkLst>
        </pc:cxnChg>
        <pc:cxnChg chg="mod">
          <ac:chgData name="Maxime Kohler" userId="6fc84a47-88c8-436f-9020-030c6cac2d44" providerId="ADAL" clId="{8C209237-3ABF-4404-A65C-DB0D9DDA0D05}" dt="2023-08-14T09:23:10.130" v="2619"/>
          <ac:cxnSpMkLst>
            <pc:docMk/>
            <pc:sldMk cId="379094213" sldId="260"/>
            <ac:cxnSpMk id="49" creationId="{7AFF8A8D-80DA-3AB8-83E9-DBE86AEFFA30}"/>
          </ac:cxnSpMkLst>
        </pc:cxnChg>
        <pc:cxnChg chg="mod">
          <ac:chgData name="Maxime Kohler" userId="6fc84a47-88c8-436f-9020-030c6cac2d44" providerId="ADAL" clId="{8C209237-3ABF-4404-A65C-DB0D9DDA0D05}" dt="2023-08-14T09:23:10.130" v="2619"/>
          <ac:cxnSpMkLst>
            <pc:docMk/>
            <pc:sldMk cId="379094213" sldId="260"/>
            <ac:cxnSpMk id="2053" creationId="{35027618-6E01-03A7-E7EB-A0B78F7CEEC0}"/>
          </ac:cxnSpMkLst>
        </pc:cxnChg>
        <pc:cxnChg chg="mod">
          <ac:chgData name="Maxime Kohler" userId="6fc84a47-88c8-436f-9020-030c6cac2d44" providerId="ADAL" clId="{8C209237-3ABF-4404-A65C-DB0D9DDA0D05}" dt="2023-08-14T09:23:10.130" v="2619"/>
          <ac:cxnSpMkLst>
            <pc:docMk/>
            <pc:sldMk cId="379094213" sldId="260"/>
            <ac:cxnSpMk id="2054" creationId="{20162198-CC59-BDDB-5F35-9529CEA75036}"/>
          </ac:cxnSpMkLst>
        </pc:cxnChg>
        <pc:cxnChg chg="mod">
          <ac:chgData name="Maxime Kohler" userId="6fc84a47-88c8-436f-9020-030c6cac2d44" providerId="ADAL" clId="{8C209237-3ABF-4404-A65C-DB0D9DDA0D05}" dt="2023-08-14T09:23:10.130" v="2619"/>
          <ac:cxnSpMkLst>
            <pc:docMk/>
            <pc:sldMk cId="379094213" sldId="260"/>
            <ac:cxnSpMk id="2055" creationId="{69D7F6E6-C3BB-D456-3F43-E0C7948A108C}"/>
          </ac:cxnSpMkLst>
        </pc:cxnChg>
        <pc:cxnChg chg="mod">
          <ac:chgData name="Maxime Kohler" userId="6fc84a47-88c8-436f-9020-030c6cac2d44" providerId="ADAL" clId="{8C209237-3ABF-4404-A65C-DB0D9DDA0D05}" dt="2023-08-14T09:23:10.130" v="2619"/>
          <ac:cxnSpMkLst>
            <pc:docMk/>
            <pc:sldMk cId="379094213" sldId="260"/>
            <ac:cxnSpMk id="2056" creationId="{3E77BAF0-8DC7-D7AF-36EA-69E220045CB7}"/>
          </ac:cxnSpMkLst>
        </pc:cxnChg>
        <pc:cxnChg chg="mod">
          <ac:chgData name="Maxime Kohler" userId="6fc84a47-88c8-436f-9020-030c6cac2d44" providerId="ADAL" clId="{8C209237-3ABF-4404-A65C-DB0D9DDA0D05}" dt="2023-08-14T09:23:10.130" v="2619"/>
          <ac:cxnSpMkLst>
            <pc:docMk/>
            <pc:sldMk cId="379094213" sldId="260"/>
            <ac:cxnSpMk id="2057" creationId="{DD36FFCE-38C0-2FEA-1120-5F8B26EDC08E}"/>
          </ac:cxnSpMkLst>
        </pc:cxnChg>
        <pc:cxnChg chg="mod">
          <ac:chgData name="Maxime Kohler" userId="6fc84a47-88c8-436f-9020-030c6cac2d44" providerId="ADAL" clId="{8C209237-3ABF-4404-A65C-DB0D9DDA0D05}" dt="2023-08-14T09:23:10.130" v="2619"/>
          <ac:cxnSpMkLst>
            <pc:docMk/>
            <pc:sldMk cId="379094213" sldId="260"/>
            <ac:cxnSpMk id="2058" creationId="{C15B57F3-FE0C-23C1-B71C-5CA6AEE18337}"/>
          </ac:cxnSpMkLst>
        </pc:cxnChg>
        <pc:cxnChg chg="mod">
          <ac:chgData name="Maxime Kohler" userId="6fc84a47-88c8-436f-9020-030c6cac2d44" providerId="ADAL" clId="{8C209237-3ABF-4404-A65C-DB0D9DDA0D05}" dt="2023-08-14T09:23:14.872" v="2623"/>
          <ac:cxnSpMkLst>
            <pc:docMk/>
            <pc:sldMk cId="379094213" sldId="260"/>
            <ac:cxnSpMk id="2061" creationId="{C3CA9847-A546-D542-0A94-2466BABB2502}"/>
          </ac:cxnSpMkLst>
        </pc:cxnChg>
        <pc:cxnChg chg="mod">
          <ac:chgData name="Maxime Kohler" userId="6fc84a47-88c8-436f-9020-030c6cac2d44" providerId="ADAL" clId="{8C209237-3ABF-4404-A65C-DB0D9DDA0D05}" dt="2023-08-14T09:23:14.872" v="2623"/>
          <ac:cxnSpMkLst>
            <pc:docMk/>
            <pc:sldMk cId="379094213" sldId="260"/>
            <ac:cxnSpMk id="2062" creationId="{F5F68963-74ED-DFE0-17A6-1F412AD6A5FF}"/>
          </ac:cxnSpMkLst>
        </pc:cxnChg>
        <pc:cxnChg chg="mod">
          <ac:chgData name="Maxime Kohler" userId="6fc84a47-88c8-436f-9020-030c6cac2d44" providerId="ADAL" clId="{8C209237-3ABF-4404-A65C-DB0D9DDA0D05}" dt="2023-08-14T09:23:19.254" v="2625" actId="478"/>
          <ac:cxnSpMkLst>
            <pc:docMk/>
            <pc:sldMk cId="379094213" sldId="260"/>
            <ac:cxnSpMk id="2063" creationId="{3DBAF952-528A-64C9-9A2E-F847F1D2450D}"/>
          </ac:cxnSpMkLst>
        </pc:cxnChg>
        <pc:cxnChg chg="mod">
          <ac:chgData name="Maxime Kohler" userId="6fc84a47-88c8-436f-9020-030c6cac2d44" providerId="ADAL" clId="{8C209237-3ABF-4404-A65C-DB0D9DDA0D05}" dt="2023-08-14T09:23:19.254" v="2625" actId="478"/>
          <ac:cxnSpMkLst>
            <pc:docMk/>
            <pc:sldMk cId="379094213" sldId="260"/>
            <ac:cxnSpMk id="2065" creationId="{E1A7A9A0-BBED-CF34-9F13-0BC887CA935D}"/>
          </ac:cxnSpMkLst>
        </pc:cxnChg>
        <pc:cxnChg chg="mod">
          <ac:chgData name="Maxime Kohler" userId="6fc84a47-88c8-436f-9020-030c6cac2d44" providerId="ADAL" clId="{8C209237-3ABF-4404-A65C-DB0D9DDA0D05}" dt="2023-08-14T09:23:19.254" v="2625" actId="478"/>
          <ac:cxnSpMkLst>
            <pc:docMk/>
            <pc:sldMk cId="379094213" sldId="260"/>
            <ac:cxnSpMk id="2079" creationId="{EE9F4EB4-3C8E-5496-4B20-CCF62DE179E0}"/>
          </ac:cxnSpMkLst>
        </pc:cxnChg>
        <pc:cxnChg chg="mod">
          <ac:chgData name="Maxime Kohler" userId="6fc84a47-88c8-436f-9020-030c6cac2d44" providerId="ADAL" clId="{8C209237-3ABF-4404-A65C-DB0D9DDA0D05}" dt="2023-08-14T09:23:19.254" v="2625" actId="478"/>
          <ac:cxnSpMkLst>
            <pc:docMk/>
            <pc:sldMk cId="379094213" sldId="260"/>
            <ac:cxnSpMk id="2080" creationId="{3AABAC4B-F561-942A-CEF8-1B4508FFEF65}"/>
          </ac:cxnSpMkLst>
        </pc:cxnChg>
        <pc:cxnChg chg="mod">
          <ac:chgData name="Maxime Kohler" userId="6fc84a47-88c8-436f-9020-030c6cac2d44" providerId="ADAL" clId="{8C209237-3ABF-4404-A65C-DB0D9DDA0D05}" dt="2023-08-14T09:23:19.254" v="2625" actId="478"/>
          <ac:cxnSpMkLst>
            <pc:docMk/>
            <pc:sldMk cId="379094213" sldId="260"/>
            <ac:cxnSpMk id="2081" creationId="{54CE8A47-9310-253A-B1C3-E95B30EAEDF7}"/>
          </ac:cxnSpMkLst>
        </pc:cxnChg>
        <pc:cxnChg chg="mod">
          <ac:chgData name="Maxime Kohler" userId="6fc84a47-88c8-436f-9020-030c6cac2d44" providerId="ADAL" clId="{8C209237-3ABF-4404-A65C-DB0D9DDA0D05}" dt="2023-08-14T09:23:19.254" v="2625" actId="478"/>
          <ac:cxnSpMkLst>
            <pc:docMk/>
            <pc:sldMk cId="379094213" sldId="260"/>
            <ac:cxnSpMk id="2082" creationId="{A3AA7A77-785D-275C-71F7-C09496EAB179}"/>
          </ac:cxnSpMkLst>
        </pc:cxnChg>
        <pc:cxnChg chg="mod">
          <ac:chgData name="Maxime Kohler" userId="6fc84a47-88c8-436f-9020-030c6cac2d44" providerId="ADAL" clId="{8C209237-3ABF-4404-A65C-DB0D9DDA0D05}" dt="2023-08-14T09:23:19.254" v="2625" actId="478"/>
          <ac:cxnSpMkLst>
            <pc:docMk/>
            <pc:sldMk cId="379094213" sldId="260"/>
            <ac:cxnSpMk id="2083" creationId="{D8153F67-E576-C648-8127-3C6383B84136}"/>
          </ac:cxnSpMkLst>
        </pc:cxnChg>
        <pc:cxnChg chg="mod">
          <ac:chgData name="Maxime Kohler" userId="6fc84a47-88c8-436f-9020-030c6cac2d44" providerId="ADAL" clId="{8C209237-3ABF-4404-A65C-DB0D9DDA0D05}" dt="2023-08-14T09:23:19.254" v="2625" actId="478"/>
          <ac:cxnSpMkLst>
            <pc:docMk/>
            <pc:sldMk cId="379094213" sldId="260"/>
            <ac:cxnSpMk id="2084" creationId="{BFC0D755-039D-4635-5C7C-E98F2BAA5DCE}"/>
          </ac:cxnSpMkLst>
        </pc:cxnChg>
        <pc:cxnChg chg="mod">
          <ac:chgData name="Maxime Kohler" userId="6fc84a47-88c8-436f-9020-030c6cac2d44" providerId="ADAL" clId="{8C209237-3ABF-4404-A65C-DB0D9DDA0D05}" dt="2023-08-10T07:43:37.920" v="1708" actId="1036"/>
          <ac:cxnSpMkLst>
            <pc:docMk/>
            <pc:sldMk cId="379094213" sldId="260"/>
            <ac:cxnSpMk id="2118" creationId="{B5EBDB49-18D8-3B21-10AA-7254DCA93083}"/>
          </ac:cxnSpMkLst>
        </pc:cxnChg>
        <pc:cxnChg chg="mod">
          <ac:chgData name="Maxime Kohler" userId="6fc84a47-88c8-436f-9020-030c6cac2d44" providerId="ADAL" clId="{8C209237-3ABF-4404-A65C-DB0D9DDA0D05}" dt="2023-08-10T07:43:37.920" v="1708" actId="1036"/>
          <ac:cxnSpMkLst>
            <pc:docMk/>
            <pc:sldMk cId="379094213" sldId="260"/>
            <ac:cxnSpMk id="2119" creationId="{04DB25B2-6FAC-CECE-2AB6-DE97A75333B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axime Kohler" userId="6fc84a47-88c8-436f-9020-030c6cac2d44" providerId="ADAL" clId="{8C209237-3ABF-4404-A65C-DB0D9DDA0D05}" dt="2023-08-14T07:41:51.892" v="1954" actId="20577"/>
              <pc2:cmMkLst xmlns:pc2="http://schemas.microsoft.com/office/powerpoint/2019/9/main/command">
                <pc:docMk/>
                <pc:sldMk cId="379094213" sldId="260"/>
                <pc2:cmMk id="{DCBB991D-2DCC-4932-B30B-CBABF60BCFFC}"/>
              </pc2:cmMkLst>
            </pc226:cmChg>
            <pc226:cmChg xmlns:pc226="http://schemas.microsoft.com/office/powerpoint/2022/06/main/command" chg="mod">
              <pc226:chgData name="Maxime Kohler" userId="6fc84a47-88c8-436f-9020-030c6cac2d44" providerId="ADAL" clId="{8C209237-3ABF-4404-A65C-DB0D9DDA0D05}" dt="2023-08-14T07:29:48.045" v="1787"/>
              <pc2:cmMkLst xmlns:pc2="http://schemas.microsoft.com/office/powerpoint/2019/9/main/command">
                <pc:docMk/>
                <pc:sldMk cId="379094213" sldId="260"/>
                <pc2:cmMk id="{14027027-85EF-4FAC-8DF6-12CBFE1CD9D0}"/>
              </pc2:cmMkLst>
            </pc226:cmChg>
            <pc226:cmChg xmlns:pc226="http://schemas.microsoft.com/office/powerpoint/2022/06/main/command" chg="mod">
              <pc226:chgData name="Maxime Kohler" userId="6fc84a47-88c8-436f-9020-030c6cac2d44" providerId="ADAL" clId="{8C209237-3ABF-4404-A65C-DB0D9DDA0D05}" dt="2023-08-14T07:39:11.312" v="1908"/>
              <pc2:cmMkLst xmlns:pc2="http://schemas.microsoft.com/office/powerpoint/2019/9/main/command">
                <pc:docMk/>
                <pc:sldMk cId="379094213" sldId="260"/>
                <pc2:cmMk id="{2DAEBE58-C6E9-43C5-87E7-EAC717F75296}"/>
              </pc2:cmMkLst>
            </pc226:cmChg>
            <pc226:cmChg xmlns:pc226="http://schemas.microsoft.com/office/powerpoint/2022/06/main/command" chg="mod">
              <pc226:chgData name="Maxime Kohler" userId="6fc84a47-88c8-436f-9020-030c6cac2d44" providerId="ADAL" clId="{8C209237-3ABF-4404-A65C-DB0D9DDA0D05}" dt="2023-08-14T07:41:59.420" v="1955"/>
              <pc2:cmMkLst xmlns:pc2="http://schemas.microsoft.com/office/powerpoint/2019/9/main/command">
                <pc:docMk/>
                <pc:sldMk cId="379094213" sldId="260"/>
                <pc2:cmMk id="{0884225C-8FE3-43F8-88C3-74138B75557F}"/>
              </pc2:cmMkLst>
            </pc226:cmChg>
            <pc226:cmChg xmlns:pc226="http://schemas.microsoft.com/office/powerpoint/2022/06/main/command" chg="mod">
              <pc226:chgData name="Maxime Kohler" userId="6fc84a47-88c8-436f-9020-030c6cac2d44" providerId="ADAL" clId="{8C209237-3ABF-4404-A65C-DB0D9DDA0D05}" dt="2023-08-14T08:19:01.593" v="2096"/>
              <pc2:cmMkLst xmlns:pc2="http://schemas.microsoft.com/office/powerpoint/2019/9/main/command">
                <pc:docMk/>
                <pc:sldMk cId="379094213" sldId="260"/>
                <pc2:cmMk id="{FAF15293-8A92-4AFA-9470-8830874344BE}"/>
              </pc2:cmMkLst>
            </pc226:cmChg>
            <pc226:cmChg xmlns:pc226="http://schemas.microsoft.com/office/powerpoint/2022/06/main/command" chg="mod">
              <pc226:chgData name="Maxime Kohler" userId="6fc84a47-88c8-436f-9020-030c6cac2d44" providerId="ADAL" clId="{8C209237-3ABF-4404-A65C-DB0D9DDA0D05}" dt="2023-08-14T08:18:59.928" v="2095"/>
              <pc2:cmMkLst xmlns:pc2="http://schemas.microsoft.com/office/powerpoint/2019/9/main/command">
                <pc:docMk/>
                <pc:sldMk cId="379094213" sldId="260"/>
                <pc2:cmMk id="{D37680C4-3BFE-41D1-A503-FF263B83FA69}"/>
              </pc2:cmMkLst>
            </pc226:cmChg>
            <pc226:cmChg xmlns:pc226="http://schemas.microsoft.com/office/powerpoint/2022/06/main/command" chg="mod">
              <pc226:chgData name="Maxime Kohler" userId="6fc84a47-88c8-436f-9020-030c6cac2d44" providerId="ADAL" clId="{8C209237-3ABF-4404-A65C-DB0D9DDA0D05}" dt="2023-08-14T07:41:51.892" v="1954" actId="20577"/>
              <pc2:cmMkLst xmlns:pc2="http://schemas.microsoft.com/office/powerpoint/2019/9/main/command">
                <pc:docMk/>
                <pc:sldMk cId="379094213" sldId="260"/>
                <pc2:cmMk id="{D6E1C8E3-E988-4954-AF0D-57F25BD83922}"/>
              </pc2:cmMkLst>
            </pc226:cmChg>
          </p:ext>
        </pc:extLst>
      </pc:sldChg>
      <pc:sldChg chg="addSp delSp modSp add mod modCm chgLayout">
        <pc:chgData name="Maxime Kohler" userId="6fc84a47-88c8-436f-9020-030c6cac2d44" providerId="ADAL" clId="{8C209237-3ABF-4404-A65C-DB0D9DDA0D05}" dt="2023-08-14T14:35:38.848" v="2764"/>
        <pc:sldMkLst>
          <pc:docMk/>
          <pc:sldMk cId="2579039493" sldId="261"/>
        </pc:sldMkLst>
        <pc:spChg chg="add del mod ord">
          <ac:chgData name="Maxime Kohler" userId="6fc84a47-88c8-436f-9020-030c6cac2d44" providerId="ADAL" clId="{8C209237-3ABF-4404-A65C-DB0D9DDA0D05}" dt="2023-08-14T08:20:06.950" v="2102" actId="6264"/>
          <ac:spMkLst>
            <pc:docMk/>
            <pc:sldMk cId="2579039493" sldId="261"/>
            <ac:spMk id="7" creationId="{AF6565B8-14BC-C1B1-59C7-98604FE487B3}"/>
          </ac:spMkLst>
        </pc:spChg>
        <pc:spChg chg="add del mod ord">
          <ac:chgData name="Maxime Kohler" userId="6fc84a47-88c8-436f-9020-030c6cac2d44" providerId="ADAL" clId="{8C209237-3ABF-4404-A65C-DB0D9DDA0D05}" dt="2023-08-14T08:20:06.950" v="2102" actId="6264"/>
          <ac:spMkLst>
            <pc:docMk/>
            <pc:sldMk cId="2579039493" sldId="261"/>
            <ac:spMk id="9" creationId="{C9C53761-E9F7-9644-B4A1-642ED2A93E38}"/>
          </ac:spMkLst>
        </pc:spChg>
        <pc:spChg chg="mod">
          <ac:chgData name="Maxime Kohler" userId="6fc84a47-88c8-436f-9020-030c6cac2d44" providerId="ADAL" clId="{8C209237-3ABF-4404-A65C-DB0D9DDA0D05}" dt="2023-08-14T07:38:05.423" v="1903" actId="1076"/>
          <ac:spMkLst>
            <pc:docMk/>
            <pc:sldMk cId="2579039493" sldId="261"/>
            <ac:spMk id="15" creationId="{81FDFF05-1A3B-3118-4164-EF2183D1A444}"/>
          </ac:spMkLst>
        </pc:spChg>
        <pc:spChg chg="del">
          <ac:chgData name="Maxime Kohler" userId="6fc84a47-88c8-436f-9020-030c6cac2d44" providerId="ADAL" clId="{8C209237-3ABF-4404-A65C-DB0D9DDA0D05}" dt="2023-08-10T06:58:30.608" v="1125" actId="478"/>
          <ac:spMkLst>
            <pc:docMk/>
            <pc:sldMk cId="2579039493" sldId="261"/>
            <ac:spMk id="28" creationId="{DF58BB96-F893-5530-F829-28C48F60E731}"/>
          </ac:spMkLst>
        </pc:spChg>
        <pc:spChg chg="mod">
          <ac:chgData name="Maxime Kohler" userId="6fc84a47-88c8-436f-9020-030c6cac2d44" providerId="ADAL" clId="{8C209237-3ABF-4404-A65C-DB0D9DDA0D05}" dt="2023-08-10T07:46:35.489" v="1738" actId="1035"/>
          <ac:spMkLst>
            <pc:docMk/>
            <pc:sldMk cId="2579039493" sldId="261"/>
            <ac:spMk id="32" creationId="{D9F2BDDA-B768-AF82-BA18-3BF2F3D622D9}"/>
          </ac:spMkLst>
        </pc:spChg>
        <pc:spChg chg="mod">
          <ac:chgData name="Maxime Kohler" userId="6fc84a47-88c8-436f-9020-030c6cac2d44" providerId="ADAL" clId="{8C209237-3ABF-4404-A65C-DB0D9DDA0D05}" dt="2023-08-14T07:37:46.892" v="1900"/>
          <ac:spMkLst>
            <pc:docMk/>
            <pc:sldMk cId="2579039493" sldId="261"/>
            <ac:spMk id="35" creationId="{300EB32B-5837-A930-FDD1-B0416B8317E1}"/>
          </ac:spMkLst>
        </pc:spChg>
        <pc:spChg chg="mod">
          <ac:chgData name="Maxime Kohler" userId="6fc84a47-88c8-436f-9020-030c6cac2d44" providerId="ADAL" clId="{8C209237-3ABF-4404-A65C-DB0D9DDA0D05}" dt="2023-08-10T07:43:06.728" v="1696" actId="14100"/>
          <ac:spMkLst>
            <pc:docMk/>
            <pc:sldMk cId="2579039493" sldId="261"/>
            <ac:spMk id="39" creationId="{D1AB858E-601D-A106-BDCA-855BA8D6CD5F}"/>
          </ac:spMkLst>
        </pc:spChg>
        <pc:spChg chg="mod">
          <ac:chgData name="Maxime Kohler" userId="6fc84a47-88c8-436f-9020-030c6cac2d44" providerId="ADAL" clId="{8C209237-3ABF-4404-A65C-DB0D9DDA0D05}" dt="2023-08-14T08:05:12.929" v="2087" actId="20577"/>
          <ac:spMkLst>
            <pc:docMk/>
            <pc:sldMk cId="2579039493" sldId="261"/>
            <ac:spMk id="40" creationId="{9FC9E1AE-32DB-B328-6A37-3212D8018C96}"/>
          </ac:spMkLst>
        </pc:spChg>
        <pc:graphicFrameChg chg="mod modGraphic">
          <ac:chgData name="Maxime Kohler" userId="6fc84a47-88c8-436f-9020-030c6cac2d44" providerId="ADAL" clId="{8C209237-3ABF-4404-A65C-DB0D9DDA0D05}" dt="2023-08-14T08:13:16.086" v="2094" actId="1035"/>
          <ac:graphicFrameMkLst>
            <pc:docMk/>
            <pc:sldMk cId="2579039493" sldId="261"/>
            <ac:graphicFrameMk id="2" creationId="{EEF9EE29-A0AB-430A-A2CE-F45CB88B285C}"/>
          </ac:graphicFrameMkLst>
        </pc:graphicFrameChg>
        <pc:graphicFrameChg chg="mod">
          <ac:chgData name="Maxime Kohler" userId="6fc84a47-88c8-436f-9020-030c6cac2d44" providerId="ADAL" clId="{8C209237-3ABF-4404-A65C-DB0D9DDA0D05}" dt="2023-08-14T14:35:38.848" v="2764"/>
          <ac:graphicFrameMkLst>
            <pc:docMk/>
            <pc:sldMk cId="2579039493" sldId="261"/>
            <ac:graphicFrameMk id="8" creationId="{9379959D-18CD-5CD7-9D76-069C3767A1C3}"/>
          </ac:graphicFrameMkLst>
        </pc:graphicFrameChg>
        <pc:picChg chg="mod modCrop">
          <ac:chgData name="Maxime Kohler" userId="6fc84a47-88c8-436f-9020-030c6cac2d44" providerId="ADAL" clId="{8C209237-3ABF-4404-A65C-DB0D9DDA0D05}" dt="2023-08-10T07:47:02.114" v="1743" actId="1076"/>
          <ac:picMkLst>
            <pc:docMk/>
            <pc:sldMk cId="2579039493" sldId="261"/>
            <ac:picMk id="3" creationId="{AA86545C-6848-6C77-00BC-CED9D8BE11C5}"/>
          </ac:picMkLst>
        </pc:picChg>
        <pc:picChg chg="mod">
          <ac:chgData name="Maxime Kohler" userId="6fc84a47-88c8-436f-9020-030c6cac2d44" providerId="ADAL" clId="{8C209237-3ABF-4404-A65C-DB0D9DDA0D05}" dt="2023-08-10T07:46:35.489" v="1738" actId="1035"/>
          <ac:picMkLst>
            <pc:docMk/>
            <pc:sldMk cId="2579039493" sldId="261"/>
            <ac:picMk id="36" creationId="{DEA90458-F843-0004-0F89-FC23966B5C31}"/>
          </ac:picMkLst>
        </pc:picChg>
        <pc:picChg chg="mod">
          <ac:chgData name="Maxime Kohler" userId="6fc84a47-88c8-436f-9020-030c6cac2d44" providerId="ADAL" clId="{8C209237-3ABF-4404-A65C-DB0D9DDA0D05}" dt="2023-08-10T07:24:53.201" v="1583" actId="1038"/>
          <ac:picMkLst>
            <pc:docMk/>
            <pc:sldMk cId="2579039493" sldId="261"/>
            <ac:picMk id="3110" creationId="{8AA05F61-2FFC-87AA-848D-4558FA7F4FF4}"/>
          </ac:picMkLst>
        </pc:picChg>
        <pc:cxnChg chg="add mod">
          <ac:chgData name="Maxime Kohler" userId="6fc84a47-88c8-436f-9020-030c6cac2d44" providerId="ADAL" clId="{8C209237-3ABF-4404-A65C-DB0D9DDA0D05}" dt="2023-08-10T06:58:45.122" v="1127" actId="1076"/>
          <ac:cxnSpMkLst>
            <pc:docMk/>
            <pc:sldMk cId="2579039493" sldId="261"/>
            <ac:cxnSpMk id="5" creationId="{06BD55E1-D126-5B0D-5936-42754A1204B4}"/>
          </ac:cxnSpMkLst>
        </pc:cxnChg>
        <pc:cxnChg chg="add mod">
          <ac:chgData name="Maxime Kohler" userId="6fc84a47-88c8-436f-9020-030c6cac2d44" providerId="ADAL" clId="{8C209237-3ABF-4404-A65C-DB0D9DDA0D05}" dt="2023-08-10T07:23:05.751" v="1508" actId="1076"/>
          <ac:cxnSpMkLst>
            <pc:docMk/>
            <pc:sldMk cId="2579039493" sldId="261"/>
            <ac:cxnSpMk id="6" creationId="{93F0320A-698B-D3FB-4C4E-6EBBC53907ED}"/>
          </ac:cxnSpMkLst>
        </pc:cxnChg>
        <pc:cxnChg chg="add del mod">
          <ac:chgData name="Maxime Kohler" userId="6fc84a47-88c8-436f-9020-030c6cac2d44" providerId="ADAL" clId="{8C209237-3ABF-4404-A65C-DB0D9DDA0D05}" dt="2023-08-10T07:25:52.231" v="1620" actId="478"/>
          <ac:cxnSpMkLst>
            <pc:docMk/>
            <pc:sldMk cId="2579039493" sldId="261"/>
            <ac:cxnSpMk id="9" creationId="{CEEE4640-A193-61F9-2249-CFD9C42E6B1D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axime Kohler" userId="6fc84a47-88c8-436f-9020-030c6cac2d44" providerId="ADAL" clId="{8C209237-3ABF-4404-A65C-DB0D9DDA0D05}" dt="2023-08-14T08:05:21.402" v="2088"/>
              <pc2:cmMkLst xmlns:pc2="http://schemas.microsoft.com/office/powerpoint/2019/9/main/command">
                <pc:docMk/>
                <pc:sldMk cId="2579039493" sldId="261"/>
                <pc2:cmMk id="{3E1BAC56-DC7F-4411-BAE7-F8B3A251AA02}"/>
              </pc2:cmMkLst>
            </pc226:cmChg>
            <pc226:cmChg xmlns:pc226="http://schemas.microsoft.com/office/powerpoint/2022/06/main/command" chg="mod">
              <pc226:chgData name="Maxime Kohler" userId="6fc84a47-88c8-436f-9020-030c6cac2d44" providerId="ADAL" clId="{8C209237-3ABF-4404-A65C-DB0D9DDA0D05}" dt="2023-08-14T14:35:38.044" v="2763"/>
              <pc2:cmMkLst xmlns:pc2="http://schemas.microsoft.com/office/powerpoint/2019/9/main/command">
                <pc:docMk/>
                <pc:sldMk cId="2579039493" sldId="261"/>
                <pc2:cmMk id="{3C6AA273-580F-43AE-A77C-4400DA565440}"/>
              </pc2:cmMkLst>
              <pc226:cmRplyChg chg="add mod">
                <pc226:chgData name="Maxime Kohler" userId="6fc84a47-88c8-436f-9020-030c6cac2d44" providerId="ADAL" clId="{8C209237-3ABF-4404-A65C-DB0D9DDA0D05}" dt="2023-08-14T09:50:07.198" v="2727"/>
                <pc2:cmRplyMkLst xmlns:pc2="http://schemas.microsoft.com/office/powerpoint/2019/9/main/command">
                  <pc:docMk/>
                  <pc:sldMk cId="2579039493" sldId="261"/>
                  <pc2:cmMk id="{3C6AA273-580F-43AE-A77C-4400DA565440}"/>
                  <pc2:cmRplyMk id="{8E00A155-3523-4A25-B0B2-2CB672CE0A3B}"/>
                </pc2:cmRplyMkLst>
              </pc226:cmRplyChg>
            </pc226:cmChg>
            <pc226:cmChg xmlns:pc226="http://schemas.microsoft.com/office/powerpoint/2022/06/main/command" chg="mod">
              <pc226:chgData name="Maxime Kohler" userId="6fc84a47-88c8-436f-9020-030c6cac2d44" providerId="ADAL" clId="{8C209237-3ABF-4404-A65C-DB0D9DDA0D05}" dt="2023-08-14T08:04:18.596" v="2073"/>
              <pc2:cmMkLst xmlns:pc2="http://schemas.microsoft.com/office/powerpoint/2019/9/main/command">
                <pc:docMk/>
                <pc:sldMk cId="2579039493" sldId="261"/>
                <pc2:cmMk id="{318F917B-8472-4DE9-891F-7243FAEBF2F5}"/>
              </pc2:cmMkLst>
            </pc226:cmChg>
          </p:ext>
        </pc:extLst>
      </pc:sldChg>
      <pc:sldChg chg="modSp add del mod">
        <pc:chgData name="Maxime Kohler" userId="6fc84a47-88c8-436f-9020-030c6cac2d44" providerId="ADAL" clId="{8C209237-3ABF-4404-A65C-DB0D9DDA0D05}" dt="2023-08-10T07:44:44.766" v="1728" actId="47"/>
        <pc:sldMkLst>
          <pc:docMk/>
          <pc:sldMk cId="394880249" sldId="262"/>
        </pc:sldMkLst>
        <pc:spChg chg="mod">
          <ac:chgData name="Maxime Kohler" userId="6fc84a47-88c8-436f-9020-030c6cac2d44" providerId="ADAL" clId="{8C209237-3ABF-4404-A65C-DB0D9DDA0D05}" dt="2023-08-10T07:44:34.343" v="1727" actId="208"/>
          <ac:spMkLst>
            <pc:docMk/>
            <pc:sldMk cId="394880249" sldId="262"/>
            <ac:spMk id="39" creationId="{402E565D-1ACA-1E0D-CAC4-61C0C15A4127}"/>
          </ac:spMkLst>
        </pc:spChg>
        <pc:cxnChg chg="mod">
          <ac:chgData name="Maxime Kohler" userId="6fc84a47-88c8-436f-9020-030c6cac2d44" providerId="ADAL" clId="{8C209237-3ABF-4404-A65C-DB0D9DDA0D05}" dt="2023-08-10T07:44:34.343" v="1727" actId="208"/>
          <ac:cxnSpMkLst>
            <pc:docMk/>
            <pc:sldMk cId="394880249" sldId="262"/>
            <ac:cxnSpMk id="7" creationId="{EAF042EB-2BD1-1AE3-EE76-7EB40E07E504}"/>
          </ac:cxnSpMkLst>
        </pc:cxnChg>
        <pc:cxnChg chg="mod">
          <ac:chgData name="Maxime Kohler" userId="6fc84a47-88c8-436f-9020-030c6cac2d44" providerId="ADAL" clId="{8C209237-3ABF-4404-A65C-DB0D9DDA0D05}" dt="2023-08-10T07:44:34.343" v="1727" actId="208"/>
          <ac:cxnSpMkLst>
            <pc:docMk/>
            <pc:sldMk cId="394880249" sldId="262"/>
            <ac:cxnSpMk id="12" creationId="{BE2AE794-7CE2-261C-11BF-6821C844C889}"/>
          </ac:cxnSpMkLst>
        </pc:cxnChg>
      </pc:sldChg>
      <pc:sldChg chg="add del">
        <pc:chgData name="Maxime Kohler" userId="6fc84a47-88c8-436f-9020-030c6cac2d44" providerId="ADAL" clId="{8C209237-3ABF-4404-A65C-DB0D9DDA0D05}" dt="2023-08-14T08:30:46.816" v="2117" actId="47"/>
        <pc:sldMkLst>
          <pc:docMk/>
          <pc:sldMk cId="1200150614" sldId="262"/>
        </pc:sldMkLst>
      </pc:sldChg>
      <pc:sldChg chg="add del">
        <pc:chgData name="Maxime Kohler" userId="6fc84a47-88c8-436f-9020-030c6cac2d44" providerId="ADAL" clId="{8C209237-3ABF-4404-A65C-DB0D9DDA0D05}" dt="2023-08-10T07:44:24.049" v="1724"/>
        <pc:sldMkLst>
          <pc:docMk/>
          <pc:sldMk cId="3391062906" sldId="262"/>
        </pc:sldMkLst>
      </pc:sldChg>
      <pc:sldChg chg="modSp add del mod">
        <pc:chgData name="Maxime Kohler" userId="6fc84a47-88c8-436f-9020-030c6cac2d44" providerId="ADAL" clId="{8C209237-3ABF-4404-A65C-DB0D9DDA0D05}" dt="2023-08-10T07:20:32.175" v="1469" actId="47"/>
        <pc:sldMkLst>
          <pc:docMk/>
          <pc:sldMk cId="3929808632" sldId="262"/>
        </pc:sldMkLst>
        <pc:spChg chg="mod">
          <ac:chgData name="Maxime Kohler" userId="6fc84a47-88c8-436f-9020-030c6cac2d44" providerId="ADAL" clId="{8C209237-3ABF-4404-A65C-DB0D9DDA0D05}" dt="2023-08-10T07:18:35.621" v="1464" actId="207"/>
          <ac:spMkLst>
            <pc:docMk/>
            <pc:sldMk cId="3929808632" sldId="262"/>
            <ac:spMk id="50" creationId="{81CFCEF0-417C-75C6-0F4F-A44D767CE65E}"/>
          </ac:spMkLst>
        </pc:spChg>
      </pc:sldChg>
      <pc:sldChg chg="addSp delSp modSp new del mod ord">
        <pc:chgData name="Maxime Kohler" userId="6fc84a47-88c8-436f-9020-030c6cac2d44" providerId="ADAL" clId="{8C209237-3ABF-4404-A65C-DB0D9DDA0D05}" dt="2023-08-14T09:27:16.917" v="2669" actId="47"/>
        <pc:sldMkLst>
          <pc:docMk/>
          <pc:sldMk cId="127982522" sldId="263"/>
        </pc:sldMkLst>
        <pc:spChg chg="del">
          <ac:chgData name="Maxime Kohler" userId="6fc84a47-88c8-436f-9020-030c6cac2d44" providerId="ADAL" clId="{8C209237-3ABF-4404-A65C-DB0D9DDA0D05}" dt="2023-08-14T08:30:25" v="2113" actId="478"/>
          <ac:spMkLst>
            <pc:docMk/>
            <pc:sldMk cId="127982522" sldId="263"/>
            <ac:spMk id="2" creationId="{59083D80-04A5-EC2C-4821-53B9267CB6F8}"/>
          </ac:spMkLst>
        </pc:spChg>
        <pc:spChg chg="del">
          <ac:chgData name="Maxime Kohler" userId="6fc84a47-88c8-436f-9020-030c6cac2d44" providerId="ADAL" clId="{8C209237-3ABF-4404-A65C-DB0D9DDA0D05}" dt="2023-08-14T08:30:25" v="2113" actId="478"/>
          <ac:spMkLst>
            <pc:docMk/>
            <pc:sldMk cId="127982522" sldId="263"/>
            <ac:spMk id="3" creationId="{24BAA29C-31A0-622C-0DD8-BC65656E226A}"/>
          </ac:spMkLst>
        </pc:spChg>
        <pc:spChg chg="add mod">
          <ac:chgData name="Maxime Kohler" userId="6fc84a47-88c8-436f-9020-030c6cac2d44" providerId="ADAL" clId="{8C209237-3ABF-4404-A65C-DB0D9DDA0D05}" dt="2023-08-14T09:23:01.679" v="2618" actId="164"/>
          <ac:spMkLst>
            <pc:docMk/>
            <pc:sldMk cId="127982522" sldId="263"/>
            <ac:spMk id="27" creationId="{8E96B8F1-C326-07C1-74B1-CDB413802F3B}"/>
          </ac:spMkLst>
        </pc:spChg>
        <pc:spChg chg="add mod">
          <ac:chgData name="Maxime Kohler" userId="6fc84a47-88c8-436f-9020-030c6cac2d44" providerId="ADAL" clId="{8C209237-3ABF-4404-A65C-DB0D9DDA0D05}" dt="2023-08-14T09:23:01.679" v="2618" actId="164"/>
          <ac:spMkLst>
            <pc:docMk/>
            <pc:sldMk cId="127982522" sldId="263"/>
            <ac:spMk id="31" creationId="{50A1F920-E639-76F0-34F6-8A9F526AD1E4}"/>
          </ac:spMkLst>
        </pc:spChg>
        <pc:spChg chg="add mod">
          <ac:chgData name="Maxime Kohler" userId="6fc84a47-88c8-436f-9020-030c6cac2d44" providerId="ADAL" clId="{8C209237-3ABF-4404-A65C-DB0D9DDA0D05}" dt="2023-08-14T09:23:01.679" v="2618" actId="164"/>
          <ac:spMkLst>
            <pc:docMk/>
            <pc:sldMk cId="127982522" sldId="263"/>
            <ac:spMk id="38" creationId="{C9476D50-5750-E4ED-1946-3482A80643F5}"/>
          </ac:spMkLst>
        </pc:spChg>
        <pc:spChg chg="add mod">
          <ac:chgData name="Maxime Kohler" userId="6fc84a47-88c8-436f-9020-030c6cac2d44" providerId="ADAL" clId="{8C209237-3ABF-4404-A65C-DB0D9DDA0D05}" dt="2023-08-14T09:23:01.679" v="2618" actId="164"/>
          <ac:spMkLst>
            <pc:docMk/>
            <pc:sldMk cId="127982522" sldId="263"/>
            <ac:spMk id="40" creationId="{333DC2E8-B27D-AA2A-F784-EB5C6B14D311}"/>
          </ac:spMkLst>
        </pc:spChg>
        <pc:spChg chg="add mod">
          <ac:chgData name="Maxime Kohler" userId="6fc84a47-88c8-436f-9020-030c6cac2d44" providerId="ADAL" clId="{8C209237-3ABF-4404-A65C-DB0D9DDA0D05}" dt="2023-08-14T09:23:01.679" v="2618" actId="164"/>
          <ac:spMkLst>
            <pc:docMk/>
            <pc:sldMk cId="127982522" sldId="263"/>
            <ac:spMk id="41" creationId="{2D264699-BA3D-A8F9-1E20-DCE585635A51}"/>
          </ac:spMkLst>
        </pc:spChg>
        <pc:spChg chg="add mod">
          <ac:chgData name="Maxime Kohler" userId="6fc84a47-88c8-436f-9020-030c6cac2d44" providerId="ADAL" clId="{8C209237-3ABF-4404-A65C-DB0D9DDA0D05}" dt="2023-08-14T09:23:01.679" v="2618" actId="164"/>
          <ac:spMkLst>
            <pc:docMk/>
            <pc:sldMk cId="127982522" sldId="263"/>
            <ac:spMk id="42" creationId="{5259838D-F704-8258-0B78-0AA81A163E5D}"/>
          </ac:spMkLst>
        </pc:spChg>
        <pc:spChg chg="add mod">
          <ac:chgData name="Maxime Kohler" userId="6fc84a47-88c8-436f-9020-030c6cac2d44" providerId="ADAL" clId="{8C209237-3ABF-4404-A65C-DB0D9DDA0D05}" dt="2023-08-14T09:23:01.679" v="2618" actId="164"/>
          <ac:spMkLst>
            <pc:docMk/>
            <pc:sldMk cId="127982522" sldId="263"/>
            <ac:spMk id="43" creationId="{6282C33D-3A29-AB9C-DB9D-268354C03B5D}"/>
          </ac:spMkLst>
        </pc:spChg>
        <pc:spChg chg="add mod">
          <ac:chgData name="Maxime Kohler" userId="6fc84a47-88c8-436f-9020-030c6cac2d44" providerId="ADAL" clId="{8C209237-3ABF-4404-A65C-DB0D9DDA0D05}" dt="2023-08-14T09:23:01.679" v="2618" actId="164"/>
          <ac:spMkLst>
            <pc:docMk/>
            <pc:sldMk cId="127982522" sldId="263"/>
            <ac:spMk id="44" creationId="{67FB67E2-1D97-F23F-F9FF-D83A1D9FA459}"/>
          </ac:spMkLst>
        </pc:spChg>
        <pc:spChg chg="add mod">
          <ac:chgData name="Maxime Kohler" userId="6fc84a47-88c8-436f-9020-030c6cac2d44" providerId="ADAL" clId="{8C209237-3ABF-4404-A65C-DB0D9DDA0D05}" dt="2023-08-14T09:23:01.679" v="2618" actId="164"/>
          <ac:spMkLst>
            <pc:docMk/>
            <pc:sldMk cId="127982522" sldId="263"/>
            <ac:spMk id="45" creationId="{767601F5-DD69-BEC9-7BED-2196C8878AB9}"/>
          </ac:spMkLst>
        </pc:spChg>
        <pc:spChg chg="add mod">
          <ac:chgData name="Maxime Kohler" userId="6fc84a47-88c8-436f-9020-030c6cac2d44" providerId="ADAL" clId="{8C209237-3ABF-4404-A65C-DB0D9DDA0D05}" dt="2023-08-14T09:23:01.679" v="2618" actId="164"/>
          <ac:spMkLst>
            <pc:docMk/>
            <pc:sldMk cId="127982522" sldId="263"/>
            <ac:spMk id="46" creationId="{B3C9232E-99B5-C22D-4A92-3F4E296E2736}"/>
          </ac:spMkLst>
        </pc:spChg>
        <pc:spChg chg="add del mod">
          <ac:chgData name="Maxime Kohler" userId="6fc84a47-88c8-436f-9020-030c6cac2d44" providerId="ADAL" clId="{8C209237-3ABF-4404-A65C-DB0D9DDA0D05}" dt="2023-08-14T09:16:56.132" v="2454" actId="478"/>
          <ac:spMkLst>
            <pc:docMk/>
            <pc:sldMk cId="127982522" sldId="263"/>
            <ac:spMk id="47" creationId="{A4541D90-587B-0156-E15E-795BD68F2470}"/>
          </ac:spMkLst>
        </pc:spChg>
        <pc:spChg chg="add mod">
          <ac:chgData name="Maxime Kohler" userId="6fc84a47-88c8-436f-9020-030c6cac2d44" providerId="ADAL" clId="{8C209237-3ABF-4404-A65C-DB0D9DDA0D05}" dt="2023-08-14T09:23:01.679" v="2618" actId="164"/>
          <ac:spMkLst>
            <pc:docMk/>
            <pc:sldMk cId="127982522" sldId="263"/>
            <ac:spMk id="48" creationId="{082AC978-7F1B-91AB-B305-D66D3A677A7F}"/>
          </ac:spMkLst>
        </pc:spChg>
        <pc:spChg chg="add mod">
          <ac:chgData name="Maxime Kohler" userId="6fc84a47-88c8-436f-9020-030c6cac2d44" providerId="ADAL" clId="{8C209237-3ABF-4404-A65C-DB0D9DDA0D05}" dt="2023-08-14T09:23:01.679" v="2618" actId="164"/>
          <ac:spMkLst>
            <pc:docMk/>
            <pc:sldMk cId="127982522" sldId="263"/>
            <ac:spMk id="49" creationId="{919E413E-AE68-4A3D-4950-E78EC9A443AC}"/>
          </ac:spMkLst>
        </pc:spChg>
        <pc:spChg chg="add mod">
          <ac:chgData name="Maxime Kohler" userId="6fc84a47-88c8-436f-9020-030c6cac2d44" providerId="ADAL" clId="{8C209237-3ABF-4404-A65C-DB0D9DDA0D05}" dt="2023-08-14T09:23:01.679" v="2618" actId="164"/>
          <ac:spMkLst>
            <pc:docMk/>
            <pc:sldMk cId="127982522" sldId="263"/>
            <ac:spMk id="50" creationId="{A6F47D04-F5B5-407E-F4CB-B1E43FABDFFB}"/>
          </ac:spMkLst>
        </pc:spChg>
        <pc:spChg chg="add mod">
          <ac:chgData name="Maxime Kohler" userId="6fc84a47-88c8-436f-9020-030c6cac2d44" providerId="ADAL" clId="{8C209237-3ABF-4404-A65C-DB0D9DDA0D05}" dt="2023-08-14T09:23:01.679" v="2618" actId="164"/>
          <ac:spMkLst>
            <pc:docMk/>
            <pc:sldMk cId="127982522" sldId="263"/>
            <ac:spMk id="51" creationId="{42C9CF8F-2435-0817-B8A2-E32121234515}"/>
          </ac:spMkLst>
        </pc:spChg>
        <pc:spChg chg="mod">
          <ac:chgData name="Maxime Kohler" userId="6fc84a47-88c8-436f-9020-030c6cac2d44" providerId="ADAL" clId="{8C209237-3ABF-4404-A65C-DB0D9DDA0D05}" dt="2023-08-14T09:24:31.202" v="2644" actId="165"/>
          <ac:spMkLst>
            <pc:docMk/>
            <pc:sldMk cId="127982522" sldId="263"/>
            <ac:spMk id="89" creationId="{ABB8B0D0-B61A-A4FA-8544-DC757AEF82FF}"/>
          </ac:spMkLst>
        </pc:spChg>
        <pc:spChg chg="mod">
          <ac:chgData name="Maxime Kohler" userId="6fc84a47-88c8-436f-9020-030c6cac2d44" providerId="ADAL" clId="{8C209237-3ABF-4404-A65C-DB0D9DDA0D05}" dt="2023-08-14T09:24:31.202" v="2644" actId="165"/>
          <ac:spMkLst>
            <pc:docMk/>
            <pc:sldMk cId="127982522" sldId="263"/>
            <ac:spMk id="91" creationId="{BBD385D1-24F5-C848-9E0B-17BFD5F41499}"/>
          </ac:spMkLst>
        </pc:spChg>
        <pc:spChg chg="mod">
          <ac:chgData name="Maxime Kohler" userId="6fc84a47-88c8-436f-9020-030c6cac2d44" providerId="ADAL" clId="{8C209237-3ABF-4404-A65C-DB0D9DDA0D05}" dt="2023-08-14T09:24:31.202" v="2644" actId="165"/>
          <ac:spMkLst>
            <pc:docMk/>
            <pc:sldMk cId="127982522" sldId="263"/>
            <ac:spMk id="92" creationId="{07683EEA-DB51-B004-22A7-A7375C6AE4F0}"/>
          </ac:spMkLst>
        </pc:spChg>
        <pc:spChg chg="mod">
          <ac:chgData name="Maxime Kohler" userId="6fc84a47-88c8-436f-9020-030c6cac2d44" providerId="ADAL" clId="{8C209237-3ABF-4404-A65C-DB0D9DDA0D05}" dt="2023-08-14T09:24:31.202" v="2644" actId="165"/>
          <ac:spMkLst>
            <pc:docMk/>
            <pc:sldMk cId="127982522" sldId="263"/>
            <ac:spMk id="93" creationId="{2E5406E4-101A-B096-7F42-AE99167DF9E1}"/>
          </ac:spMkLst>
        </pc:spChg>
        <pc:spChg chg="mod">
          <ac:chgData name="Maxime Kohler" userId="6fc84a47-88c8-436f-9020-030c6cac2d44" providerId="ADAL" clId="{8C209237-3ABF-4404-A65C-DB0D9DDA0D05}" dt="2023-08-14T09:24:31.202" v="2644" actId="165"/>
          <ac:spMkLst>
            <pc:docMk/>
            <pc:sldMk cId="127982522" sldId="263"/>
            <ac:spMk id="94" creationId="{E2783E57-9C1A-4620-08E6-718B0D636497}"/>
          </ac:spMkLst>
        </pc:spChg>
        <pc:spChg chg="mod">
          <ac:chgData name="Maxime Kohler" userId="6fc84a47-88c8-436f-9020-030c6cac2d44" providerId="ADAL" clId="{8C209237-3ABF-4404-A65C-DB0D9DDA0D05}" dt="2023-08-14T09:24:31.202" v="2644" actId="165"/>
          <ac:spMkLst>
            <pc:docMk/>
            <pc:sldMk cId="127982522" sldId="263"/>
            <ac:spMk id="95" creationId="{CB9A8C09-4D4F-7601-BAB1-B034C52AE465}"/>
          </ac:spMkLst>
        </pc:spChg>
        <pc:spChg chg="mod">
          <ac:chgData name="Maxime Kohler" userId="6fc84a47-88c8-436f-9020-030c6cac2d44" providerId="ADAL" clId="{8C209237-3ABF-4404-A65C-DB0D9DDA0D05}" dt="2023-08-14T09:24:31.202" v="2644" actId="165"/>
          <ac:spMkLst>
            <pc:docMk/>
            <pc:sldMk cId="127982522" sldId="263"/>
            <ac:spMk id="96" creationId="{CB3E071D-2D0B-8864-6F54-24967B206701}"/>
          </ac:spMkLst>
        </pc:spChg>
        <pc:spChg chg="mod">
          <ac:chgData name="Maxime Kohler" userId="6fc84a47-88c8-436f-9020-030c6cac2d44" providerId="ADAL" clId="{8C209237-3ABF-4404-A65C-DB0D9DDA0D05}" dt="2023-08-14T09:24:31.202" v="2644" actId="165"/>
          <ac:spMkLst>
            <pc:docMk/>
            <pc:sldMk cId="127982522" sldId="263"/>
            <ac:spMk id="97" creationId="{30509A43-F032-F93A-EF70-E1F9C72474DF}"/>
          </ac:spMkLst>
        </pc:spChg>
        <pc:spChg chg="mod">
          <ac:chgData name="Maxime Kohler" userId="6fc84a47-88c8-436f-9020-030c6cac2d44" providerId="ADAL" clId="{8C209237-3ABF-4404-A65C-DB0D9DDA0D05}" dt="2023-08-14T09:24:31.202" v="2644" actId="165"/>
          <ac:spMkLst>
            <pc:docMk/>
            <pc:sldMk cId="127982522" sldId="263"/>
            <ac:spMk id="98" creationId="{0A58FE69-51A8-18C3-EA97-327A4724AF3A}"/>
          </ac:spMkLst>
        </pc:spChg>
        <pc:spChg chg="mod">
          <ac:chgData name="Maxime Kohler" userId="6fc84a47-88c8-436f-9020-030c6cac2d44" providerId="ADAL" clId="{8C209237-3ABF-4404-A65C-DB0D9DDA0D05}" dt="2023-08-14T09:24:31.202" v="2644" actId="165"/>
          <ac:spMkLst>
            <pc:docMk/>
            <pc:sldMk cId="127982522" sldId="263"/>
            <ac:spMk id="99" creationId="{62459FF4-FC14-1C78-9FD1-2A620A9A1350}"/>
          </ac:spMkLst>
        </pc:spChg>
        <pc:spChg chg="mod">
          <ac:chgData name="Maxime Kohler" userId="6fc84a47-88c8-436f-9020-030c6cac2d44" providerId="ADAL" clId="{8C209237-3ABF-4404-A65C-DB0D9DDA0D05}" dt="2023-08-14T09:24:31.202" v="2644" actId="165"/>
          <ac:spMkLst>
            <pc:docMk/>
            <pc:sldMk cId="127982522" sldId="263"/>
            <ac:spMk id="100" creationId="{E61B8ED9-A412-4DB7-BA31-A426C49E0959}"/>
          </ac:spMkLst>
        </pc:spChg>
        <pc:spChg chg="mod">
          <ac:chgData name="Maxime Kohler" userId="6fc84a47-88c8-436f-9020-030c6cac2d44" providerId="ADAL" clId="{8C209237-3ABF-4404-A65C-DB0D9DDA0D05}" dt="2023-08-14T09:24:31.202" v="2644" actId="165"/>
          <ac:spMkLst>
            <pc:docMk/>
            <pc:sldMk cId="127982522" sldId="263"/>
            <ac:spMk id="101" creationId="{09256CF4-CE74-211E-FCD5-A3255A9C4D9B}"/>
          </ac:spMkLst>
        </pc:spChg>
        <pc:spChg chg="mod">
          <ac:chgData name="Maxime Kohler" userId="6fc84a47-88c8-436f-9020-030c6cac2d44" providerId="ADAL" clId="{8C209237-3ABF-4404-A65C-DB0D9DDA0D05}" dt="2023-08-14T09:24:31.202" v="2644" actId="165"/>
          <ac:spMkLst>
            <pc:docMk/>
            <pc:sldMk cId="127982522" sldId="263"/>
            <ac:spMk id="102" creationId="{3B3D2945-1F40-1D81-7F5C-B611FD93D15D}"/>
          </ac:spMkLst>
        </pc:spChg>
        <pc:spChg chg="mod">
          <ac:chgData name="Maxime Kohler" userId="6fc84a47-88c8-436f-9020-030c6cac2d44" providerId="ADAL" clId="{8C209237-3ABF-4404-A65C-DB0D9DDA0D05}" dt="2023-08-14T09:24:31.202" v="2644" actId="165"/>
          <ac:spMkLst>
            <pc:docMk/>
            <pc:sldMk cId="127982522" sldId="263"/>
            <ac:spMk id="103" creationId="{5F04AECF-52B5-5637-2A53-535661B4AC3F}"/>
          </ac:spMkLst>
        </pc:spChg>
        <pc:grpChg chg="add mod">
          <ac:chgData name="Maxime Kohler" userId="6fc84a47-88c8-436f-9020-030c6cac2d44" providerId="ADAL" clId="{8C209237-3ABF-4404-A65C-DB0D9DDA0D05}" dt="2023-08-14T08:36:23.163" v="2161" actId="164"/>
          <ac:grpSpMkLst>
            <pc:docMk/>
            <pc:sldMk cId="127982522" sldId="263"/>
            <ac:grpSpMk id="16" creationId="{DA88BFEF-3E51-6687-2AEE-ED80ED4E046C}"/>
          </ac:grpSpMkLst>
        </pc:grpChg>
        <pc:grpChg chg="add mod">
          <ac:chgData name="Maxime Kohler" userId="6fc84a47-88c8-436f-9020-030c6cac2d44" providerId="ADAL" clId="{8C209237-3ABF-4404-A65C-DB0D9DDA0D05}" dt="2023-08-14T09:23:51.926" v="2636" actId="164"/>
          <ac:grpSpMkLst>
            <pc:docMk/>
            <pc:sldMk cId="127982522" sldId="263"/>
            <ac:grpSpMk id="80" creationId="{13D2C389-C589-95B6-0FB6-5B6C470DCF73}"/>
          </ac:grpSpMkLst>
        </pc:grpChg>
        <pc:grpChg chg="add mod">
          <ac:chgData name="Maxime Kohler" userId="6fc84a47-88c8-436f-9020-030c6cac2d44" providerId="ADAL" clId="{8C209237-3ABF-4404-A65C-DB0D9DDA0D05}" dt="2023-08-14T09:24:42.642" v="2646" actId="1076"/>
          <ac:grpSpMkLst>
            <pc:docMk/>
            <pc:sldMk cId="127982522" sldId="263"/>
            <ac:grpSpMk id="81" creationId="{0BFD8193-E41A-FF37-35A2-4FFA4F6DC2CD}"/>
          </ac:grpSpMkLst>
        </pc:grpChg>
        <pc:grpChg chg="add del mod">
          <ac:chgData name="Maxime Kohler" userId="6fc84a47-88c8-436f-9020-030c6cac2d44" providerId="ADAL" clId="{8C209237-3ABF-4404-A65C-DB0D9DDA0D05}" dt="2023-08-14T09:24:39.397" v="2645" actId="478"/>
          <ac:grpSpMkLst>
            <pc:docMk/>
            <pc:sldMk cId="127982522" sldId="263"/>
            <ac:grpSpMk id="82" creationId="{AAEFD6DE-6DC1-DB1E-650C-3A4EF10F4E3A}"/>
          </ac:grpSpMkLst>
        </pc:grpChg>
        <pc:grpChg chg="mod topLvl">
          <ac:chgData name="Maxime Kohler" userId="6fc84a47-88c8-436f-9020-030c6cac2d44" providerId="ADAL" clId="{8C209237-3ABF-4404-A65C-DB0D9DDA0D05}" dt="2023-08-14T09:24:31.202" v="2644" actId="165"/>
          <ac:grpSpMkLst>
            <pc:docMk/>
            <pc:sldMk cId="127982522" sldId="263"/>
            <ac:grpSpMk id="84" creationId="{C52EDEE1-C820-1D72-BA96-C13AE5FFDB17}"/>
          </ac:grpSpMkLst>
        </pc:grpChg>
        <pc:picChg chg="add del mod">
          <ac:chgData name="Maxime Kohler" userId="6fc84a47-88c8-436f-9020-030c6cac2d44" providerId="ADAL" clId="{8C209237-3ABF-4404-A65C-DB0D9DDA0D05}" dt="2023-08-14T08:30:42.016" v="2116" actId="478"/>
          <ac:picMkLst>
            <pc:docMk/>
            <pc:sldMk cId="127982522" sldId="263"/>
            <ac:picMk id="4" creationId="{69390436-9EE2-D4D2-92F4-D09E548BBBE5}"/>
          </ac:picMkLst>
        </pc:picChg>
        <pc:picChg chg="add del mod">
          <ac:chgData name="Maxime Kohler" userId="6fc84a47-88c8-436f-9020-030c6cac2d44" providerId="ADAL" clId="{8C209237-3ABF-4404-A65C-DB0D9DDA0D05}" dt="2023-08-14T08:30:42.016" v="2116" actId="478"/>
          <ac:picMkLst>
            <pc:docMk/>
            <pc:sldMk cId="127982522" sldId="263"/>
            <ac:picMk id="6" creationId="{E0AE448C-5AAC-7095-88EC-7E8E79C4C78C}"/>
          </ac:picMkLst>
        </pc:picChg>
        <pc:picChg chg="add del mod">
          <ac:chgData name="Maxime Kohler" userId="6fc84a47-88c8-436f-9020-030c6cac2d44" providerId="ADAL" clId="{8C209237-3ABF-4404-A65C-DB0D9DDA0D05}" dt="2023-08-14T08:31:11.124" v="2121" actId="478"/>
          <ac:picMkLst>
            <pc:docMk/>
            <pc:sldMk cId="127982522" sldId="263"/>
            <ac:picMk id="8" creationId="{3639715B-FEBB-B982-A92E-08802CFCF125}"/>
          </ac:picMkLst>
        </pc:picChg>
        <pc:picChg chg="add del mod modCrop">
          <ac:chgData name="Maxime Kohler" userId="6fc84a47-88c8-436f-9020-030c6cac2d44" providerId="ADAL" clId="{8C209237-3ABF-4404-A65C-DB0D9DDA0D05}" dt="2023-08-14T08:36:49.129" v="2171" actId="478"/>
          <ac:picMkLst>
            <pc:docMk/>
            <pc:sldMk cId="127982522" sldId="263"/>
            <ac:picMk id="10" creationId="{F4AA65E0-3842-7678-3F6B-03389D29ECD4}"/>
          </ac:picMkLst>
        </pc:picChg>
        <pc:picChg chg="add del mod">
          <ac:chgData name="Maxime Kohler" userId="6fc84a47-88c8-436f-9020-030c6cac2d44" providerId="ADAL" clId="{8C209237-3ABF-4404-A65C-DB0D9DDA0D05}" dt="2023-08-14T08:37:05.081" v="2179" actId="478"/>
          <ac:picMkLst>
            <pc:docMk/>
            <pc:sldMk cId="127982522" sldId="263"/>
            <ac:picMk id="12" creationId="{EE0274E4-75E1-472F-37FC-7269C17032DC}"/>
          </ac:picMkLst>
        </pc:picChg>
        <pc:picChg chg="add mod">
          <ac:chgData name="Maxime Kohler" userId="6fc84a47-88c8-436f-9020-030c6cac2d44" providerId="ADAL" clId="{8C209237-3ABF-4404-A65C-DB0D9DDA0D05}" dt="2023-08-14T09:23:01.679" v="2618" actId="164"/>
          <ac:picMkLst>
            <pc:docMk/>
            <pc:sldMk cId="127982522" sldId="263"/>
            <ac:picMk id="17" creationId="{C7F906F0-5475-FB37-A9D0-23B36FA9962A}"/>
          </ac:picMkLst>
        </pc:picChg>
        <pc:picChg chg="add mod">
          <ac:chgData name="Maxime Kohler" userId="6fc84a47-88c8-436f-9020-030c6cac2d44" providerId="ADAL" clId="{8C209237-3ABF-4404-A65C-DB0D9DDA0D05}" dt="2023-08-14T09:23:51.926" v="2636" actId="164"/>
          <ac:picMkLst>
            <pc:docMk/>
            <pc:sldMk cId="127982522" sldId="263"/>
            <ac:picMk id="18" creationId="{A092B8F4-77B4-0210-C865-ED8155A03835}"/>
          </ac:picMkLst>
        </pc:picChg>
        <pc:picChg chg="mod topLvl">
          <ac:chgData name="Maxime Kohler" userId="6fc84a47-88c8-436f-9020-030c6cac2d44" providerId="ADAL" clId="{8C209237-3ABF-4404-A65C-DB0D9DDA0D05}" dt="2023-08-14T09:24:31.202" v="2644" actId="165"/>
          <ac:picMkLst>
            <pc:docMk/>
            <pc:sldMk cId="127982522" sldId="263"/>
            <ac:picMk id="83" creationId="{30FBE263-9F85-A2C2-B45E-DA0A582BDB57}"/>
          </ac:picMkLst>
        </pc:picChg>
        <pc:picChg chg="mod">
          <ac:chgData name="Maxime Kohler" userId="6fc84a47-88c8-436f-9020-030c6cac2d44" providerId="ADAL" clId="{8C209237-3ABF-4404-A65C-DB0D9DDA0D05}" dt="2023-08-14T09:24:31.202" v="2644" actId="165"/>
          <ac:picMkLst>
            <pc:docMk/>
            <pc:sldMk cId="127982522" sldId="263"/>
            <ac:picMk id="85" creationId="{707B5D0B-2A97-3D79-A8A5-613CFECA395C}"/>
          </ac:picMkLst>
        </pc:picChg>
        <pc:cxnChg chg="add del mod">
          <ac:chgData name="Maxime Kohler" userId="6fc84a47-88c8-436f-9020-030c6cac2d44" providerId="ADAL" clId="{8C209237-3ABF-4404-A65C-DB0D9DDA0D05}" dt="2023-08-14T08:30:42.016" v="2116" actId="478"/>
          <ac:cxnSpMkLst>
            <pc:docMk/>
            <pc:sldMk cId="127982522" sldId="263"/>
            <ac:cxnSpMk id="5" creationId="{C2E75B4A-93CD-D206-FCCC-83E1589B3B0E}"/>
          </ac:cxnSpMkLst>
        </pc:cxnChg>
        <pc:cxnChg chg="add del mod">
          <ac:chgData name="Maxime Kohler" userId="6fc84a47-88c8-436f-9020-030c6cac2d44" providerId="ADAL" clId="{8C209237-3ABF-4404-A65C-DB0D9DDA0D05}" dt="2023-08-14T08:36:25.029" v="2165"/>
          <ac:cxnSpMkLst>
            <pc:docMk/>
            <pc:sldMk cId="127982522" sldId="263"/>
            <ac:cxnSpMk id="13" creationId="{D1CD2983-29B7-64AC-D1A2-3C6BB3D779DE}"/>
          </ac:cxnSpMkLst>
        </pc:cxnChg>
        <pc:cxnChg chg="add mod">
          <ac:chgData name="Maxime Kohler" userId="6fc84a47-88c8-436f-9020-030c6cac2d44" providerId="ADAL" clId="{8C209237-3ABF-4404-A65C-DB0D9DDA0D05}" dt="2023-08-14T09:23:01.679" v="2618" actId="164"/>
          <ac:cxnSpMkLst>
            <pc:docMk/>
            <pc:sldMk cId="127982522" sldId="263"/>
            <ac:cxnSpMk id="19" creationId="{BC2CD8BF-E1DC-37E6-9E24-5FA44F379E3F}"/>
          </ac:cxnSpMkLst>
        </pc:cxnChg>
        <pc:cxnChg chg="add mod">
          <ac:chgData name="Maxime Kohler" userId="6fc84a47-88c8-436f-9020-030c6cac2d44" providerId="ADAL" clId="{8C209237-3ABF-4404-A65C-DB0D9DDA0D05}" dt="2023-08-14T09:23:01.679" v="2618" actId="164"/>
          <ac:cxnSpMkLst>
            <pc:docMk/>
            <pc:sldMk cId="127982522" sldId="263"/>
            <ac:cxnSpMk id="22" creationId="{D8892135-A06D-006A-BD6E-6AAE5289BBEA}"/>
          </ac:cxnSpMkLst>
        </pc:cxnChg>
        <pc:cxnChg chg="add mod">
          <ac:chgData name="Maxime Kohler" userId="6fc84a47-88c8-436f-9020-030c6cac2d44" providerId="ADAL" clId="{8C209237-3ABF-4404-A65C-DB0D9DDA0D05}" dt="2023-08-14T09:23:01.679" v="2618" actId="164"/>
          <ac:cxnSpMkLst>
            <pc:docMk/>
            <pc:sldMk cId="127982522" sldId="263"/>
            <ac:cxnSpMk id="26" creationId="{730910EC-D46D-8D3B-9C3D-0AF5F5AB7AE1}"/>
          </ac:cxnSpMkLst>
        </pc:cxnChg>
        <pc:cxnChg chg="add mod">
          <ac:chgData name="Maxime Kohler" userId="6fc84a47-88c8-436f-9020-030c6cac2d44" providerId="ADAL" clId="{8C209237-3ABF-4404-A65C-DB0D9DDA0D05}" dt="2023-08-14T09:23:01.679" v="2618" actId="164"/>
          <ac:cxnSpMkLst>
            <pc:docMk/>
            <pc:sldMk cId="127982522" sldId="263"/>
            <ac:cxnSpMk id="30" creationId="{000CCE8C-4CFC-B9AE-21CD-D1BC0D4758DD}"/>
          </ac:cxnSpMkLst>
        </pc:cxnChg>
        <pc:cxnChg chg="add mod">
          <ac:chgData name="Maxime Kohler" userId="6fc84a47-88c8-436f-9020-030c6cac2d44" providerId="ADAL" clId="{8C209237-3ABF-4404-A65C-DB0D9DDA0D05}" dt="2023-08-14T09:23:01.679" v="2618" actId="164"/>
          <ac:cxnSpMkLst>
            <pc:docMk/>
            <pc:sldMk cId="127982522" sldId="263"/>
            <ac:cxnSpMk id="54" creationId="{547BBD0C-9857-16A2-C19A-6C5F28D83B86}"/>
          </ac:cxnSpMkLst>
        </pc:cxnChg>
        <pc:cxnChg chg="add mod">
          <ac:chgData name="Maxime Kohler" userId="6fc84a47-88c8-436f-9020-030c6cac2d44" providerId="ADAL" clId="{8C209237-3ABF-4404-A65C-DB0D9DDA0D05}" dt="2023-08-14T09:23:01.679" v="2618" actId="164"/>
          <ac:cxnSpMkLst>
            <pc:docMk/>
            <pc:sldMk cId="127982522" sldId="263"/>
            <ac:cxnSpMk id="57" creationId="{C97D5958-85EA-D906-E89B-2FD6BE5D4593}"/>
          </ac:cxnSpMkLst>
        </pc:cxnChg>
        <pc:cxnChg chg="add mod">
          <ac:chgData name="Maxime Kohler" userId="6fc84a47-88c8-436f-9020-030c6cac2d44" providerId="ADAL" clId="{8C209237-3ABF-4404-A65C-DB0D9DDA0D05}" dt="2023-08-14T09:23:01.679" v="2618" actId="164"/>
          <ac:cxnSpMkLst>
            <pc:docMk/>
            <pc:sldMk cId="127982522" sldId="263"/>
            <ac:cxnSpMk id="60" creationId="{F56B4EFB-70A3-5FD9-B824-16927B6CC2D2}"/>
          </ac:cxnSpMkLst>
        </pc:cxnChg>
        <pc:cxnChg chg="add mod">
          <ac:chgData name="Maxime Kohler" userId="6fc84a47-88c8-436f-9020-030c6cac2d44" providerId="ADAL" clId="{8C209237-3ABF-4404-A65C-DB0D9DDA0D05}" dt="2023-08-14T09:23:01.679" v="2618" actId="164"/>
          <ac:cxnSpMkLst>
            <pc:docMk/>
            <pc:sldMk cId="127982522" sldId="263"/>
            <ac:cxnSpMk id="66" creationId="{819C5DDF-6435-D940-86C0-6821F1DF8815}"/>
          </ac:cxnSpMkLst>
        </pc:cxnChg>
        <pc:cxnChg chg="add mod">
          <ac:chgData name="Maxime Kohler" userId="6fc84a47-88c8-436f-9020-030c6cac2d44" providerId="ADAL" clId="{8C209237-3ABF-4404-A65C-DB0D9DDA0D05}" dt="2023-08-14T09:23:01.679" v="2618" actId="164"/>
          <ac:cxnSpMkLst>
            <pc:docMk/>
            <pc:sldMk cId="127982522" sldId="263"/>
            <ac:cxnSpMk id="69" creationId="{EAB59D9D-600D-33F9-0890-6540EF5F16B7}"/>
          </ac:cxnSpMkLst>
        </pc:cxnChg>
        <pc:cxnChg chg="add mod">
          <ac:chgData name="Maxime Kohler" userId="6fc84a47-88c8-436f-9020-030c6cac2d44" providerId="ADAL" clId="{8C209237-3ABF-4404-A65C-DB0D9DDA0D05}" dt="2023-08-14T09:23:01.679" v="2618" actId="164"/>
          <ac:cxnSpMkLst>
            <pc:docMk/>
            <pc:sldMk cId="127982522" sldId="263"/>
            <ac:cxnSpMk id="72" creationId="{9E287259-92A1-564E-7D86-09B0AF83A0BF}"/>
          </ac:cxnSpMkLst>
        </pc:cxnChg>
        <pc:cxnChg chg="mod">
          <ac:chgData name="Maxime Kohler" userId="6fc84a47-88c8-436f-9020-030c6cac2d44" providerId="ADAL" clId="{8C209237-3ABF-4404-A65C-DB0D9DDA0D05}" dt="2023-08-14T09:24:31.202" v="2644" actId="165"/>
          <ac:cxnSpMkLst>
            <pc:docMk/>
            <pc:sldMk cId="127982522" sldId="263"/>
            <ac:cxnSpMk id="86" creationId="{DD9793D8-569F-4279-2055-7561369B9D62}"/>
          </ac:cxnSpMkLst>
        </pc:cxnChg>
        <pc:cxnChg chg="mod">
          <ac:chgData name="Maxime Kohler" userId="6fc84a47-88c8-436f-9020-030c6cac2d44" providerId="ADAL" clId="{8C209237-3ABF-4404-A65C-DB0D9DDA0D05}" dt="2023-08-14T09:24:31.202" v="2644" actId="165"/>
          <ac:cxnSpMkLst>
            <pc:docMk/>
            <pc:sldMk cId="127982522" sldId="263"/>
            <ac:cxnSpMk id="87" creationId="{E5F78BBE-B03A-6FBD-C661-7E39E81E16E5}"/>
          </ac:cxnSpMkLst>
        </pc:cxnChg>
        <pc:cxnChg chg="mod">
          <ac:chgData name="Maxime Kohler" userId="6fc84a47-88c8-436f-9020-030c6cac2d44" providerId="ADAL" clId="{8C209237-3ABF-4404-A65C-DB0D9DDA0D05}" dt="2023-08-14T09:24:39.397" v="2645" actId="478"/>
          <ac:cxnSpMkLst>
            <pc:docMk/>
            <pc:sldMk cId="127982522" sldId="263"/>
            <ac:cxnSpMk id="88" creationId="{05759232-7138-DB50-6474-2553F5BF6252}"/>
          </ac:cxnSpMkLst>
        </pc:cxnChg>
        <pc:cxnChg chg="mod">
          <ac:chgData name="Maxime Kohler" userId="6fc84a47-88c8-436f-9020-030c6cac2d44" providerId="ADAL" clId="{8C209237-3ABF-4404-A65C-DB0D9DDA0D05}" dt="2023-08-14T09:24:39.397" v="2645" actId="478"/>
          <ac:cxnSpMkLst>
            <pc:docMk/>
            <pc:sldMk cId="127982522" sldId="263"/>
            <ac:cxnSpMk id="90" creationId="{357706EB-363B-D7E1-5FE2-A0F52A884343}"/>
          </ac:cxnSpMkLst>
        </pc:cxnChg>
        <pc:cxnChg chg="mod">
          <ac:chgData name="Maxime Kohler" userId="6fc84a47-88c8-436f-9020-030c6cac2d44" providerId="ADAL" clId="{8C209237-3ABF-4404-A65C-DB0D9DDA0D05}" dt="2023-08-14T09:24:39.397" v="2645" actId="478"/>
          <ac:cxnSpMkLst>
            <pc:docMk/>
            <pc:sldMk cId="127982522" sldId="263"/>
            <ac:cxnSpMk id="104" creationId="{12092F31-B048-7AC6-DC55-3B576007FAFE}"/>
          </ac:cxnSpMkLst>
        </pc:cxnChg>
        <pc:cxnChg chg="mod">
          <ac:chgData name="Maxime Kohler" userId="6fc84a47-88c8-436f-9020-030c6cac2d44" providerId="ADAL" clId="{8C209237-3ABF-4404-A65C-DB0D9DDA0D05}" dt="2023-08-14T09:24:39.397" v="2645" actId="478"/>
          <ac:cxnSpMkLst>
            <pc:docMk/>
            <pc:sldMk cId="127982522" sldId="263"/>
            <ac:cxnSpMk id="105" creationId="{DD5722F7-1D96-0033-7BA7-3BA245A0559D}"/>
          </ac:cxnSpMkLst>
        </pc:cxnChg>
        <pc:cxnChg chg="mod">
          <ac:chgData name="Maxime Kohler" userId="6fc84a47-88c8-436f-9020-030c6cac2d44" providerId="ADAL" clId="{8C209237-3ABF-4404-A65C-DB0D9DDA0D05}" dt="2023-08-14T09:24:39.397" v="2645" actId="478"/>
          <ac:cxnSpMkLst>
            <pc:docMk/>
            <pc:sldMk cId="127982522" sldId="263"/>
            <ac:cxnSpMk id="106" creationId="{0B10D07D-F74A-483E-F05C-3011E6DADD08}"/>
          </ac:cxnSpMkLst>
        </pc:cxnChg>
        <pc:cxnChg chg="mod">
          <ac:chgData name="Maxime Kohler" userId="6fc84a47-88c8-436f-9020-030c6cac2d44" providerId="ADAL" clId="{8C209237-3ABF-4404-A65C-DB0D9DDA0D05}" dt="2023-08-14T09:24:39.397" v="2645" actId="478"/>
          <ac:cxnSpMkLst>
            <pc:docMk/>
            <pc:sldMk cId="127982522" sldId="263"/>
            <ac:cxnSpMk id="107" creationId="{ED0A0419-3290-46B0-9374-A3CCDCC4033A}"/>
          </ac:cxnSpMkLst>
        </pc:cxnChg>
        <pc:cxnChg chg="mod">
          <ac:chgData name="Maxime Kohler" userId="6fc84a47-88c8-436f-9020-030c6cac2d44" providerId="ADAL" clId="{8C209237-3ABF-4404-A65C-DB0D9DDA0D05}" dt="2023-08-14T09:24:39.397" v="2645" actId="478"/>
          <ac:cxnSpMkLst>
            <pc:docMk/>
            <pc:sldMk cId="127982522" sldId="263"/>
            <ac:cxnSpMk id="108" creationId="{6799DF36-312F-D8D3-4570-2002451303F9}"/>
          </ac:cxnSpMkLst>
        </pc:cxnChg>
        <pc:cxnChg chg="mod">
          <ac:chgData name="Maxime Kohler" userId="6fc84a47-88c8-436f-9020-030c6cac2d44" providerId="ADAL" clId="{8C209237-3ABF-4404-A65C-DB0D9DDA0D05}" dt="2023-08-14T09:24:39.397" v="2645" actId="478"/>
          <ac:cxnSpMkLst>
            <pc:docMk/>
            <pc:sldMk cId="127982522" sldId="263"/>
            <ac:cxnSpMk id="109" creationId="{BE77832D-30E2-648D-EEE2-8E234E55752D}"/>
          </ac:cxnSpMkLst>
        </pc:cxnChg>
      </pc:sldChg>
      <pc:sldChg chg="addSp delSp modSp add mod addCm modCm">
        <pc:chgData name="Maxime Kohler" userId="6fc84a47-88c8-436f-9020-030c6cac2d44" providerId="ADAL" clId="{8C209237-3ABF-4404-A65C-DB0D9DDA0D05}" dt="2023-08-14T14:37:54.693" v="2794" actId="14100"/>
        <pc:sldMkLst>
          <pc:docMk/>
          <pc:sldMk cId="3026255194" sldId="264"/>
        </pc:sldMkLst>
        <pc:spChg chg="mod">
          <ac:chgData name="Maxime Kohler" userId="6fc84a47-88c8-436f-9020-030c6cac2d44" providerId="ADAL" clId="{8C209237-3ABF-4404-A65C-DB0D9DDA0D05}" dt="2023-08-14T14:36:20.414" v="2777" actId="20577"/>
          <ac:spMkLst>
            <pc:docMk/>
            <pc:sldMk cId="3026255194" sldId="264"/>
            <ac:spMk id="8" creationId="{70741BE6-2668-5651-5F87-BCD33E0A851F}"/>
          </ac:spMkLst>
        </pc:spChg>
        <pc:spChg chg="mod">
          <ac:chgData name="Maxime Kohler" userId="6fc84a47-88c8-436f-9020-030c6cac2d44" providerId="ADAL" clId="{8C209237-3ABF-4404-A65C-DB0D9DDA0D05}" dt="2023-08-14T14:37:44.791" v="2793" actId="14100"/>
          <ac:spMkLst>
            <pc:docMk/>
            <pc:sldMk cId="3026255194" sldId="264"/>
            <ac:spMk id="10" creationId="{0BD9C466-8659-2B9C-D57B-CAC911F99808}"/>
          </ac:spMkLst>
        </pc:spChg>
        <pc:spChg chg="mod">
          <ac:chgData name="Maxime Kohler" userId="6fc84a47-88c8-436f-9020-030c6cac2d44" providerId="ADAL" clId="{8C209237-3ABF-4404-A65C-DB0D9DDA0D05}" dt="2023-08-14T14:37:22.802" v="2789" actId="1076"/>
          <ac:spMkLst>
            <pc:docMk/>
            <pc:sldMk cId="3026255194" sldId="264"/>
            <ac:spMk id="14" creationId="{5F5F7D2C-6CCE-9CAC-5F9E-5D4898C247E6}"/>
          </ac:spMkLst>
        </pc:spChg>
        <pc:spChg chg="mod">
          <ac:chgData name="Maxime Kohler" userId="6fc84a47-88c8-436f-9020-030c6cac2d44" providerId="ADAL" clId="{8C209237-3ABF-4404-A65C-DB0D9DDA0D05}" dt="2023-08-14T14:37:22.802" v="2789" actId="1076"/>
          <ac:spMkLst>
            <pc:docMk/>
            <pc:sldMk cId="3026255194" sldId="264"/>
            <ac:spMk id="19" creationId="{5E339E5F-46B6-4F9C-2631-8EF8E89B76DC}"/>
          </ac:spMkLst>
        </pc:spChg>
        <pc:spChg chg="mod">
          <ac:chgData name="Maxime Kohler" userId="6fc84a47-88c8-436f-9020-030c6cac2d44" providerId="ADAL" clId="{8C209237-3ABF-4404-A65C-DB0D9DDA0D05}" dt="2023-08-14T09:23:35.555" v="2632"/>
          <ac:spMkLst>
            <pc:docMk/>
            <pc:sldMk cId="3026255194" sldId="264"/>
            <ac:spMk id="21" creationId="{9DD44DFD-DC33-3194-6F86-A84D921B115D}"/>
          </ac:spMkLst>
        </pc:spChg>
        <pc:spChg chg="mod">
          <ac:chgData name="Maxime Kohler" userId="6fc84a47-88c8-436f-9020-030c6cac2d44" providerId="ADAL" clId="{8C209237-3ABF-4404-A65C-DB0D9DDA0D05}" dt="2023-08-14T09:23:35.555" v="2632"/>
          <ac:spMkLst>
            <pc:docMk/>
            <pc:sldMk cId="3026255194" sldId="264"/>
            <ac:spMk id="28" creationId="{69FC54ED-66AF-F929-1DFA-FE45ED099490}"/>
          </ac:spMkLst>
        </pc:spChg>
        <pc:spChg chg="mod">
          <ac:chgData name="Maxime Kohler" userId="6fc84a47-88c8-436f-9020-030c6cac2d44" providerId="ADAL" clId="{8C209237-3ABF-4404-A65C-DB0D9DDA0D05}" dt="2023-08-14T09:23:35.555" v="2632"/>
          <ac:spMkLst>
            <pc:docMk/>
            <pc:sldMk cId="3026255194" sldId="264"/>
            <ac:spMk id="30" creationId="{AC82842F-99DE-BF81-FC73-FF7673E00CB9}"/>
          </ac:spMkLst>
        </pc:spChg>
        <pc:spChg chg="mod">
          <ac:chgData name="Maxime Kohler" userId="6fc84a47-88c8-436f-9020-030c6cac2d44" providerId="ADAL" clId="{8C209237-3ABF-4404-A65C-DB0D9DDA0D05}" dt="2023-08-14T09:23:35.555" v="2632"/>
          <ac:spMkLst>
            <pc:docMk/>
            <pc:sldMk cId="3026255194" sldId="264"/>
            <ac:spMk id="33" creationId="{3DC70245-75A3-CA13-6169-6B394372A53D}"/>
          </ac:spMkLst>
        </pc:spChg>
        <pc:spChg chg="mod">
          <ac:chgData name="Maxime Kohler" userId="6fc84a47-88c8-436f-9020-030c6cac2d44" providerId="ADAL" clId="{8C209237-3ABF-4404-A65C-DB0D9DDA0D05}" dt="2023-08-14T09:23:35.555" v="2632"/>
          <ac:spMkLst>
            <pc:docMk/>
            <pc:sldMk cId="3026255194" sldId="264"/>
            <ac:spMk id="37" creationId="{4CD602CD-C8E0-F11A-FA8D-6BFE596A47B2}"/>
          </ac:spMkLst>
        </pc:spChg>
        <pc:spChg chg="mod">
          <ac:chgData name="Maxime Kohler" userId="6fc84a47-88c8-436f-9020-030c6cac2d44" providerId="ADAL" clId="{8C209237-3ABF-4404-A65C-DB0D9DDA0D05}" dt="2023-08-14T09:23:35.555" v="2632"/>
          <ac:spMkLst>
            <pc:docMk/>
            <pc:sldMk cId="3026255194" sldId="264"/>
            <ac:spMk id="38" creationId="{BA9B6566-ECAD-FE18-E0EA-85C198F9F09E}"/>
          </ac:spMkLst>
        </pc:spChg>
        <pc:spChg chg="mod">
          <ac:chgData name="Maxime Kohler" userId="6fc84a47-88c8-436f-9020-030c6cac2d44" providerId="ADAL" clId="{8C209237-3ABF-4404-A65C-DB0D9DDA0D05}" dt="2023-08-14T09:23:35.555" v="2632"/>
          <ac:spMkLst>
            <pc:docMk/>
            <pc:sldMk cId="3026255194" sldId="264"/>
            <ac:spMk id="41" creationId="{24211FDE-7380-3A45-9304-2D4409D19DA7}"/>
          </ac:spMkLst>
        </pc:spChg>
        <pc:spChg chg="mod">
          <ac:chgData name="Maxime Kohler" userId="6fc84a47-88c8-436f-9020-030c6cac2d44" providerId="ADAL" clId="{8C209237-3ABF-4404-A65C-DB0D9DDA0D05}" dt="2023-08-14T09:23:35.555" v="2632"/>
          <ac:spMkLst>
            <pc:docMk/>
            <pc:sldMk cId="3026255194" sldId="264"/>
            <ac:spMk id="42" creationId="{B9EF0C6B-E471-AFBA-582C-66E247242B2E}"/>
          </ac:spMkLst>
        </pc:spChg>
        <pc:spChg chg="mod">
          <ac:chgData name="Maxime Kohler" userId="6fc84a47-88c8-436f-9020-030c6cac2d44" providerId="ADAL" clId="{8C209237-3ABF-4404-A65C-DB0D9DDA0D05}" dt="2023-08-14T09:23:35.555" v="2632"/>
          <ac:spMkLst>
            <pc:docMk/>
            <pc:sldMk cId="3026255194" sldId="264"/>
            <ac:spMk id="43" creationId="{DAD019D4-54D1-6500-B550-31DD76E55A4F}"/>
          </ac:spMkLst>
        </pc:spChg>
        <pc:spChg chg="mod">
          <ac:chgData name="Maxime Kohler" userId="6fc84a47-88c8-436f-9020-030c6cac2d44" providerId="ADAL" clId="{8C209237-3ABF-4404-A65C-DB0D9DDA0D05}" dt="2023-08-14T09:23:35.555" v="2632"/>
          <ac:spMkLst>
            <pc:docMk/>
            <pc:sldMk cId="3026255194" sldId="264"/>
            <ac:spMk id="44" creationId="{8114AA16-C3BD-C62B-7EF0-2DF771B58D2E}"/>
          </ac:spMkLst>
        </pc:spChg>
        <pc:spChg chg="mod">
          <ac:chgData name="Maxime Kohler" userId="6fc84a47-88c8-436f-9020-030c6cac2d44" providerId="ADAL" clId="{8C209237-3ABF-4404-A65C-DB0D9DDA0D05}" dt="2023-08-14T09:23:35.555" v="2632"/>
          <ac:spMkLst>
            <pc:docMk/>
            <pc:sldMk cId="3026255194" sldId="264"/>
            <ac:spMk id="45" creationId="{B358EFC2-151E-DB40-3499-68630ED8FD72}"/>
          </ac:spMkLst>
        </pc:spChg>
        <pc:spChg chg="mod">
          <ac:chgData name="Maxime Kohler" userId="6fc84a47-88c8-436f-9020-030c6cac2d44" providerId="ADAL" clId="{8C209237-3ABF-4404-A65C-DB0D9DDA0D05}" dt="2023-08-14T09:23:35.555" v="2632"/>
          <ac:spMkLst>
            <pc:docMk/>
            <pc:sldMk cId="3026255194" sldId="264"/>
            <ac:spMk id="46" creationId="{6D5224B9-92C2-D8AB-7955-589214470C3D}"/>
          </ac:spMkLst>
        </pc:spChg>
        <pc:spChg chg="mod">
          <ac:chgData name="Maxime Kohler" userId="6fc84a47-88c8-436f-9020-030c6cac2d44" providerId="ADAL" clId="{8C209237-3ABF-4404-A65C-DB0D9DDA0D05}" dt="2023-08-14T09:23:35.555" v="2632"/>
          <ac:spMkLst>
            <pc:docMk/>
            <pc:sldMk cId="3026255194" sldId="264"/>
            <ac:spMk id="47" creationId="{71ADCF95-2D09-2F30-2849-462E8AB5E21D}"/>
          </ac:spMkLst>
        </pc:spChg>
        <pc:spChg chg="mod">
          <ac:chgData name="Maxime Kohler" userId="6fc84a47-88c8-436f-9020-030c6cac2d44" providerId="ADAL" clId="{8C209237-3ABF-4404-A65C-DB0D9DDA0D05}" dt="2023-08-14T09:23:35.555" v="2632"/>
          <ac:spMkLst>
            <pc:docMk/>
            <pc:sldMk cId="3026255194" sldId="264"/>
            <ac:spMk id="48" creationId="{B95B3E62-AD40-D2E1-0C40-16DF50145EFB}"/>
          </ac:spMkLst>
        </pc:spChg>
        <pc:spChg chg="mod">
          <ac:chgData name="Maxime Kohler" userId="6fc84a47-88c8-436f-9020-030c6cac2d44" providerId="ADAL" clId="{8C209237-3ABF-4404-A65C-DB0D9DDA0D05}" dt="2023-08-14T09:45:49.471" v="2689" actId="20577"/>
          <ac:spMkLst>
            <pc:docMk/>
            <pc:sldMk cId="3026255194" sldId="264"/>
            <ac:spMk id="50" creationId="{81CFCEF0-417C-75C6-0F4F-A44D767CE65E}"/>
          </ac:spMkLst>
        </pc:spChg>
        <pc:spChg chg="mod">
          <ac:chgData name="Maxime Kohler" userId="6fc84a47-88c8-436f-9020-030c6cac2d44" providerId="ADAL" clId="{8C209237-3ABF-4404-A65C-DB0D9DDA0D05}" dt="2023-08-14T09:23:57.210" v="2638"/>
          <ac:spMkLst>
            <pc:docMk/>
            <pc:sldMk cId="3026255194" sldId="264"/>
            <ac:spMk id="2052" creationId="{5E98354D-180E-F58D-ADEA-BC45A553E7B7}"/>
          </ac:spMkLst>
        </pc:spChg>
        <pc:spChg chg="mod">
          <ac:chgData name="Maxime Kohler" userId="6fc84a47-88c8-436f-9020-030c6cac2d44" providerId="ADAL" clId="{8C209237-3ABF-4404-A65C-DB0D9DDA0D05}" dt="2023-08-14T09:23:57.210" v="2638"/>
          <ac:spMkLst>
            <pc:docMk/>
            <pc:sldMk cId="3026255194" sldId="264"/>
            <ac:spMk id="2054" creationId="{E8E39FD4-1983-A3E4-AB6C-20DEA2C20F92}"/>
          </ac:spMkLst>
        </pc:spChg>
        <pc:spChg chg="mod">
          <ac:chgData name="Maxime Kohler" userId="6fc84a47-88c8-436f-9020-030c6cac2d44" providerId="ADAL" clId="{8C209237-3ABF-4404-A65C-DB0D9DDA0D05}" dt="2023-08-14T09:23:57.210" v="2638"/>
          <ac:spMkLst>
            <pc:docMk/>
            <pc:sldMk cId="3026255194" sldId="264"/>
            <ac:spMk id="2055" creationId="{E12A541A-C1E2-F9BA-4CFF-D5EA833CDB67}"/>
          </ac:spMkLst>
        </pc:spChg>
        <pc:spChg chg="mod">
          <ac:chgData name="Maxime Kohler" userId="6fc84a47-88c8-436f-9020-030c6cac2d44" providerId="ADAL" clId="{8C209237-3ABF-4404-A65C-DB0D9DDA0D05}" dt="2023-08-14T09:23:57.210" v="2638"/>
          <ac:spMkLst>
            <pc:docMk/>
            <pc:sldMk cId="3026255194" sldId="264"/>
            <ac:spMk id="2056" creationId="{F2185E7A-EDD2-0B3D-D30C-B09244601159}"/>
          </ac:spMkLst>
        </pc:spChg>
        <pc:spChg chg="mod">
          <ac:chgData name="Maxime Kohler" userId="6fc84a47-88c8-436f-9020-030c6cac2d44" providerId="ADAL" clId="{8C209237-3ABF-4404-A65C-DB0D9DDA0D05}" dt="2023-08-14T09:23:57.210" v="2638"/>
          <ac:spMkLst>
            <pc:docMk/>
            <pc:sldMk cId="3026255194" sldId="264"/>
            <ac:spMk id="2057" creationId="{C791FE1A-1105-37D8-F183-8E1D7D27C68B}"/>
          </ac:spMkLst>
        </pc:spChg>
        <pc:spChg chg="mod">
          <ac:chgData name="Maxime Kohler" userId="6fc84a47-88c8-436f-9020-030c6cac2d44" providerId="ADAL" clId="{8C209237-3ABF-4404-A65C-DB0D9DDA0D05}" dt="2023-08-14T09:23:57.210" v="2638"/>
          <ac:spMkLst>
            <pc:docMk/>
            <pc:sldMk cId="3026255194" sldId="264"/>
            <ac:spMk id="2058" creationId="{824A9578-D352-0C9D-E554-F039307C5F26}"/>
          </ac:spMkLst>
        </pc:spChg>
        <pc:spChg chg="mod">
          <ac:chgData name="Maxime Kohler" userId="6fc84a47-88c8-436f-9020-030c6cac2d44" providerId="ADAL" clId="{8C209237-3ABF-4404-A65C-DB0D9DDA0D05}" dt="2023-08-14T09:23:57.210" v="2638"/>
          <ac:spMkLst>
            <pc:docMk/>
            <pc:sldMk cId="3026255194" sldId="264"/>
            <ac:spMk id="2059" creationId="{94475A48-4877-7B3F-FA6C-6ECAF3C14133}"/>
          </ac:spMkLst>
        </pc:spChg>
        <pc:spChg chg="mod">
          <ac:chgData name="Maxime Kohler" userId="6fc84a47-88c8-436f-9020-030c6cac2d44" providerId="ADAL" clId="{8C209237-3ABF-4404-A65C-DB0D9DDA0D05}" dt="2023-08-14T09:23:57.210" v="2638"/>
          <ac:spMkLst>
            <pc:docMk/>
            <pc:sldMk cId="3026255194" sldId="264"/>
            <ac:spMk id="2060" creationId="{3B7B32F8-87B7-5149-28B0-27B9E5B1DE78}"/>
          </ac:spMkLst>
        </pc:spChg>
        <pc:spChg chg="mod">
          <ac:chgData name="Maxime Kohler" userId="6fc84a47-88c8-436f-9020-030c6cac2d44" providerId="ADAL" clId="{8C209237-3ABF-4404-A65C-DB0D9DDA0D05}" dt="2023-08-14T09:23:57.210" v="2638"/>
          <ac:spMkLst>
            <pc:docMk/>
            <pc:sldMk cId="3026255194" sldId="264"/>
            <ac:spMk id="2061" creationId="{1971034B-4F65-784E-5508-8DD4F4484BFF}"/>
          </ac:spMkLst>
        </pc:spChg>
        <pc:spChg chg="mod">
          <ac:chgData name="Maxime Kohler" userId="6fc84a47-88c8-436f-9020-030c6cac2d44" providerId="ADAL" clId="{8C209237-3ABF-4404-A65C-DB0D9DDA0D05}" dt="2023-08-14T09:23:57.210" v="2638"/>
          <ac:spMkLst>
            <pc:docMk/>
            <pc:sldMk cId="3026255194" sldId="264"/>
            <ac:spMk id="2062" creationId="{4DC68C31-B3CE-EF42-B163-46D5EBF11702}"/>
          </ac:spMkLst>
        </pc:spChg>
        <pc:spChg chg="mod">
          <ac:chgData name="Maxime Kohler" userId="6fc84a47-88c8-436f-9020-030c6cac2d44" providerId="ADAL" clId="{8C209237-3ABF-4404-A65C-DB0D9DDA0D05}" dt="2023-08-14T09:23:57.210" v="2638"/>
          <ac:spMkLst>
            <pc:docMk/>
            <pc:sldMk cId="3026255194" sldId="264"/>
            <ac:spMk id="2063" creationId="{7248B698-F339-310D-E7E1-F7961368E76B}"/>
          </ac:spMkLst>
        </pc:spChg>
        <pc:spChg chg="mod">
          <ac:chgData name="Maxime Kohler" userId="6fc84a47-88c8-436f-9020-030c6cac2d44" providerId="ADAL" clId="{8C209237-3ABF-4404-A65C-DB0D9DDA0D05}" dt="2023-08-14T09:23:57.210" v="2638"/>
          <ac:spMkLst>
            <pc:docMk/>
            <pc:sldMk cId="3026255194" sldId="264"/>
            <ac:spMk id="2064" creationId="{59225633-61B7-48C3-89D7-E120E1CF70F7}"/>
          </ac:spMkLst>
        </pc:spChg>
        <pc:spChg chg="mod">
          <ac:chgData name="Maxime Kohler" userId="6fc84a47-88c8-436f-9020-030c6cac2d44" providerId="ADAL" clId="{8C209237-3ABF-4404-A65C-DB0D9DDA0D05}" dt="2023-08-14T09:23:57.210" v="2638"/>
          <ac:spMkLst>
            <pc:docMk/>
            <pc:sldMk cId="3026255194" sldId="264"/>
            <ac:spMk id="2065" creationId="{7A52ADA2-FC8E-83B9-6AC6-02F661D11F91}"/>
          </ac:spMkLst>
        </pc:spChg>
        <pc:spChg chg="mod">
          <ac:chgData name="Maxime Kohler" userId="6fc84a47-88c8-436f-9020-030c6cac2d44" providerId="ADAL" clId="{8C209237-3ABF-4404-A65C-DB0D9DDA0D05}" dt="2023-08-14T09:23:57.210" v="2638"/>
          <ac:spMkLst>
            <pc:docMk/>
            <pc:sldMk cId="3026255194" sldId="264"/>
            <ac:spMk id="2066" creationId="{60A41254-AC50-2D2B-169F-80F86D492228}"/>
          </ac:spMkLst>
        </pc:spChg>
        <pc:grpChg chg="add del mod">
          <ac:chgData name="Maxime Kohler" userId="6fc84a47-88c8-436f-9020-030c6cac2d44" providerId="ADAL" clId="{8C209237-3ABF-4404-A65C-DB0D9DDA0D05}" dt="2023-08-14T09:23:39.676" v="2633"/>
          <ac:grpSpMkLst>
            <pc:docMk/>
            <pc:sldMk cId="3026255194" sldId="264"/>
            <ac:grpSpMk id="5" creationId="{551514F2-4D79-20F8-50F0-C47A32718AB0}"/>
          </ac:grpSpMkLst>
        </pc:grpChg>
        <pc:grpChg chg="mod">
          <ac:chgData name="Maxime Kohler" userId="6fc84a47-88c8-436f-9020-030c6cac2d44" providerId="ADAL" clId="{8C209237-3ABF-4404-A65C-DB0D9DDA0D05}" dt="2023-08-14T14:37:22.802" v="2789" actId="1076"/>
          <ac:grpSpMkLst>
            <pc:docMk/>
            <pc:sldMk cId="3026255194" sldId="264"/>
            <ac:grpSpMk id="6" creationId="{8BF90273-609C-CBD8-C49F-9951E1D144C6}"/>
          </ac:grpSpMkLst>
        </pc:grpChg>
        <pc:grpChg chg="add mod">
          <ac:chgData name="Maxime Kohler" userId="6fc84a47-88c8-436f-9020-030c6cac2d44" providerId="ADAL" clId="{8C209237-3ABF-4404-A65C-DB0D9DDA0D05}" dt="2023-08-14T09:24:55.213" v="2650" actId="1037"/>
          <ac:grpSpMkLst>
            <pc:docMk/>
            <pc:sldMk cId="3026255194" sldId="264"/>
            <ac:grpSpMk id="56" creationId="{F8A68B8F-B202-25AF-A1CA-09574FD19E12}"/>
          </ac:grpSpMkLst>
        </pc:grpChg>
        <pc:grpChg chg="mod">
          <ac:chgData name="Maxime Kohler" userId="6fc84a47-88c8-436f-9020-030c6cac2d44" providerId="ADAL" clId="{8C209237-3ABF-4404-A65C-DB0D9DDA0D05}" dt="2023-08-14T14:37:22.802" v="2789" actId="1076"/>
          <ac:grpSpMkLst>
            <pc:docMk/>
            <pc:sldMk cId="3026255194" sldId="264"/>
            <ac:grpSpMk id="59" creationId="{7C4EFA85-2A80-88DA-72E1-82A0CBB08654}"/>
          </ac:grpSpMkLst>
        </pc:grpChg>
        <pc:grpChg chg="mod">
          <ac:chgData name="Maxime Kohler" userId="6fc84a47-88c8-436f-9020-030c6cac2d44" providerId="ADAL" clId="{8C209237-3ABF-4404-A65C-DB0D9DDA0D05}" dt="2023-08-14T09:23:57.210" v="2638"/>
          <ac:grpSpMkLst>
            <pc:docMk/>
            <pc:sldMk cId="3026255194" sldId="264"/>
            <ac:grpSpMk id="62" creationId="{4333D16D-7A49-EE26-2112-4700ECAC9325}"/>
          </ac:grpSpMkLst>
        </pc:grpChg>
        <pc:picChg chg="mod">
          <ac:chgData name="Maxime Kohler" userId="6fc84a47-88c8-436f-9020-030c6cac2d44" providerId="ADAL" clId="{8C209237-3ABF-4404-A65C-DB0D9DDA0D05}" dt="2023-08-14T09:23:35.555" v="2632"/>
          <ac:picMkLst>
            <pc:docMk/>
            <pc:sldMk cId="3026255194" sldId="264"/>
            <ac:picMk id="11" creationId="{54B6BA44-9236-494E-85BE-AAADDBFF0C87}"/>
          </ac:picMkLst>
        </pc:picChg>
        <pc:picChg chg="del">
          <ac:chgData name="Maxime Kohler" userId="6fc84a47-88c8-436f-9020-030c6cac2d44" providerId="ADAL" clId="{8C209237-3ABF-4404-A65C-DB0D9DDA0D05}" dt="2023-08-14T09:23:26.893" v="2627" actId="478"/>
          <ac:picMkLst>
            <pc:docMk/>
            <pc:sldMk cId="3026255194" sldId="264"/>
            <ac:picMk id="25" creationId="{F63C15C0-9E09-F836-16D8-424C033CAFB3}"/>
          </ac:picMkLst>
        </pc:picChg>
        <pc:picChg chg="mod">
          <ac:chgData name="Maxime Kohler" userId="6fc84a47-88c8-436f-9020-030c6cac2d44" providerId="ADAL" clId="{8C209237-3ABF-4404-A65C-DB0D9DDA0D05}" dt="2023-08-14T09:45:57.844" v="2714" actId="1036"/>
          <ac:picMkLst>
            <pc:docMk/>
            <pc:sldMk cId="3026255194" sldId="264"/>
            <ac:picMk id="36" creationId="{B2F4FF4E-A136-DF7A-328B-5C2BD59A85A4}"/>
          </ac:picMkLst>
        </pc:picChg>
        <pc:picChg chg="mod">
          <ac:chgData name="Maxime Kohler" userId="6fc84a47-88c8-436f-9020-030c6cac2d44" providerId="ADAL" clId="{8C209237-3ABF-4404-A65C-DB0D9DDA0D05}" dt="2023-08-14T09:23:57.210" v="2638"/>
          <ac:picMkLst>
            <pc:docMk/>
            <pc:sldMk cId="3026255194" sldId="264"/>
            <ac:picMk id="60" creationId="{25F84EB4-D20A-A22F-6BE2-1DA2EACC9CDF}"/>
          </ac:picMkLst>
        </pc:picChg>
        <pc:picChg chg="mod modCrop">
          <ac:chgData name="Maxime Kohler" userId="6fc84a47-88c8-436f-9020-030c6cac2d44" providerId="ADAL" clId="{8C209237-3ABF-4404-A65C-DB0D9DDA0D05}" dt="2023-08-14T09:47:45.649" v="2721"/>
          <ac:picMkLst>
            <pc:docMk/>
            <pc:sldMk cId="3026255194" sldId="264"/>
            <ac:picMk id="61" creationId="{5BA31DD6-E99B-A105-2822-0C16DDE43E3F}"/>
          </ac:picMkLst>
        </pc:picChg>
        <pc:picChg chg="mod">
          <ac:chgData name="Maxime Kohler" userId="6fc84a47-88c8-436f-9020-030c6cac2d44" providerId="ADAL" clId="{8C209237-3ABF-4404-A65C-DB0D9DDA0D05}" dt="2023-08-14T09:23:57.210" v="2638"/>
          <ac:picMkLst>
            <pc:docMk/>
            <pc:sldMk cId="3026255194" sldId="264"/>
            <ac:picMk id="63" creationId="{E6DC8373-A039-6F35-5604-9FDD25D0B047}"/>
          </ac:picMkLst>
        </pc:picChg>
        <pc:picChg chg="mod">
          <ac:chgData name="Maxime Kohler" userId="6fc84a47-88c8-436f-9020-030c6cac2d44" providerId="ADAL" clId="{8C209237-3ABF-4404-A65C-DB0D9DDA0D05}" dt="2023-08-14T14:37:22.802" v="2789" actId="1076"/>
          <ac:picMkLst>
            <pc:docMk/>
            <pc:sldMk cId="3026255194" sldId="264"/>
            <ac:picMk id="2050" creationId="{1101EA3E-7D66-7B28-232C-9D20B8280228}"/>
          </ac:picMkLst>
        </pc:picChg>
        <pc:picChg chg="del">
          <ac:chgData name="Maxime Kohler" userId="6fc84a47-88c8-436f-9020-030c6cac2d44" providerId="ADAL" clId="{8C209237-3ABF-4404-A65C-DB0D9DDA0D05}" dt="2023-08-14T09:23:27.844" v="2628" actId="478"/>
          <ac:picMkLst>
            <pc:docMk/>
            <pc:sldMk cId="3026255194" sldId="264"/>
            <ac:picMk id="2116" creationId="{296F5FCF-9269-FCC0-731D-E8801471590C}"/>
          </ac:picMkLst>
        </pc:picChg>
        <pc:cxnChg chg="mod">
          <ac:chgData name="Maxime Kohler" userId="6fc84a47-88c8-436f-9020-030c6cac2d44" providerId="ADAL" clId="{8C209237-3ABF-4404-A65C-DB0D9DDA0D05}" dt="2023-08-14T14:37:44.791" v="2793" actId="14100"/>
          <ac:cxnSpMkLst>
            <pc:docMk/>
            <pc:sldMk cId="3026255194" sldId="264"/>
            <ac:cxnSpMk id="9" creationId="{B673506D-93FA-955A-5B81-B74840126139}"/>
          </ac:cxnSpMkLst>
        </pc:cxnChg>
        <pc:cxnChg chg="mod">
          <ac:chgData name="Maxime Kohler" userId="6fc84a47-88c8-436f-9020-030c6cac2d44" providerId="ADAL" clId="{8C209237-3ABF-4404-A65C-DB0D9DDA0D05}" dt="2023-08-14T13:47:26.824" v="2750" actId="1076"/>
          <ac:cxnSpMkLst>
            <pc:docMk/>
            <pc:sldMk cId="3026255194" sldId="264"/>
            <ac:cxnSpMk id="12" creationId="{BE2AE794-7CE2-261C-11BF-6821C844C889}"/>
          </ac:cxnSpMkLst>
        </pc:cxnChg>
        <pc:cxnChg chg="mod">
          <ac:chgData name="Maxime Kohler" userId="6fc84a47-88c8-436f-9020-030c6cac2d44" providerId="ADAL" clId="{8C209237-3ABF-4404-A65C-DB0D9DDA0D05}" dt="2023-08-14T09:23:35.555" v="2632"/>
          <ac:cxnSpMkLst>
            <pc:docMk/>
            <pc:sldMk cId="3026255194" sldId="264"/>
            <ac:cxnSpMk id="13" creationId="{242E74EA-D018-B638-76EB-0A507875AB01}"/>
          </ac:cxnSpMkLst>
        </pc:cxnChg>
        <pc:cxnChg chg="mod">
          <ac:chgData name="Maxime Kohler" userId="6fc84a47-88c8-436f-9020-030c6cac2d44" providerId="ADAL" clId="{8C209237-3ABF-4404-A65C-DB0D9DDA0D05}" dt="2023-08-14T14:37:54.693" v="2794" actId="14100"/>
          <ac:cxnSpMkLst>
            <pc:docMk/>
            <pc:sldMk cId="3026255194" sldId="264"/>
            <ac:cxnSpMk id="15" creationId="{F05BEEF3-CE28-25B7-32BB-6369B564C6F2}"/>
          </ac:cxnSpMkLst>
        </pc:cxnChg>
        <pc:cxnChg chg="mod">
          <ac:chgData name="Maxime Kohler" userId="6fc84a47-88c8-436f-9020-030c6cac2d44" providerId="ADAL" clId="{8C209237-3ABF-4404-A65C-DB0D9DDA0D05}" dt="2023-08-14T09:23:35.555" v="2632"/>
          <ac:cxnSpMkLst>
            <pc:docMk/>
            <pc:sldMk cId="3026255194" sldId="264"/>
            <ac:cxnSpMk id="16" creationId="{8E9DEFF3-4D6C-EECD-A850-29894982BF8E}"/>
          </ac:cxnSpMkLst>
        </pc:cxnChg>
        <pc:cxnChg chg="mod">
          <ac:chgData name="Maxime Kohler" userId="6fc84a47-88c8-436f-9020-030c6cac2d44" providerId="ADAL" clId="{8C209237-3ABF-4404-A65C-DB0D9DDA0D05}" dt="2023-08-14T09:23:35.555" v="2632"/>
          <ac:cxnSpMkLst>
            <pc:docMk/>
            <pc:sldMk cId="3026255194" sldId="264"/>
            <ac:cxnSpMk id="17" creationId="{8041B928-D4F5-A156-3737-4313D6A7112C}"/>
          </ac:cxnSpMkLst>
        </pc:cxnChg>
        <pc:cxnChg chg="mod">
          <ac:chgData name="Maxime Kohler" userId="6fc84a47-88c8-436f-9020-030c6cac2d44" providerId="ADAL" clId="{8C209237-3ABF-4404-A65C-DB0D9DDA0D05}" dt="2023-08-14T14:37:22.802" v="2789" actId="1076"/>
          <ac:cxnSpMkLst>
            <pc:docMk/>
            <pc:sldMk cId="3026255194" sldId="264"/>
            <ac:cxnSpMk id="18" creationId="{E3D0E875-A2FD-186D-E182-E042EDAE3D8E}"/>
          </ac:cxnSpMkLst>
        </pc:cxnChg>
        <pc:cxnChg chg="mod">
          <ac:chgData name="Maxime Kohler" userId="6fc84a47-88c8-436f-9020-030c6cac2d44" providerId="ADAL" clId="{8C209237-3ABF-4404-A65C-DB0D9DDA0D05}" dt="2023-08-14T09:23:35.555" v="2632"/>
          <ac:cxnSpMkLst>
            <pc:docMk/>
            <pc:sldMk cId="3026255194" sldId="264"/>
            <ac:cxnSpMk id="27" creationId="{B2D4701A-5321-9A34-BE4C-B4440EB75F2B}"/>
          </ac:cxnSpMkLst>
        </pc:cxnChg>
        <pc:cxnChg chg="mod">
          <ac:chgData name="Maxime Kohler" userId="6fc84a47-88c8-436f-9020-030c6cac2d44" providerId="ADAL" clId="{8C209237-3ABF-4404-A65C-DB0D9DDA0D05}" dt="2023-08-14T09:23:35.555" v="2632"/>
          <ac:cxnSpMkLst>
            <pc:docMk/>
            <pc:sldMk cId="3026255194" sldId="264"/>
            <ac:cxnSpMk id="49" creationId="{A8C12524-C755-0D64-969E-A27EE7FE629D}"/>
          </ac:cxnSpMkLst>
        </pc:cxnChg>
        <pc:cxnChg chg="mod">
          <ac:chgData name="Maxime Kohler" userId="6fc84a47-88c8-436f-9020-030c6cac2d44" providerId="ADAL" clId="{8C209237-3ABF-4404-A65C-DB0D9DDA0D05}" dt="2023-08-14T09:23:35.555" v="2632"/>
          <ac:cxnSpMkLst>
            <pc:docMk/>
            <pc:sldMk cId="3026255194" sldId="264"/>
            <ac:cxnSpMk id="51" creationId="{36BFAAB0-D10E-3C5F-7B4C-10C2121FC256}"/>
          </ac:cxnSpMkLst>
        </pc:cxnChg>
        <pc:cxnChg chg="mod">
          <ac:chgData name="Maxime Kohler" userId="6fc84a47-88c8-436f-9020-030c6cac2d44" providerId="ADAL" clId="{8C209237-3ABF-4404-A65C-DB0D9DDA0D05}" dt="2023-08-14T09:23:35.555" v="2632"/>
          <ac:cxnSpMkLst>
            <pc:docMk/>
            <pc:sldMk cId="3026255194" sldId="264"/>
            <ac:cxnSpMk id="52" creationId="{B8518649-F854-DDD6-E1E2-C612F78AAD0F}"/>
          </ac:cxnSpMkLst>
        </pc:cxnChg>
        <pc:cxnChg chg="mod">
          <ac:chgData name="Maxime Kohler" userId="6fc84a47-88c8-436f-9020-030c6cac2d44" providerId="ADAL" clId="{8C209237-3ABF-4404-A65C-DB0D9DDA0D05}" dt="2023-08-14T09:23:35.555" v="2632"/>
          <ac:cxnSpMkLst>
            <pc:docMk/>
            <pc:sldMk cId="3026255194" sldId="264"/>
            <ac:cxnSpMk id="53" creationId="{A9ED9CC9-2A25-77CF-5B53-58502647D984}"/>
          </ac:cxnSpMkLst>
        </pc:cxnChg>
        <pc:cxnChg chg="mod">
          <ac:chgData name="Maxime Kohler" userId="6fc84a47-88c8-436f-9020-030c6cac2d44" providerId="ADAL" clId="{8C209237-3ABF-4404-A65C-DB0D9DDA0D05}" dt="2023-08-14T09:23:35.555" v="2632"/>
          <ac:cxnSpMkLst>
            <pc:docMk/>
            <pc:sldMk cId="3026255194" sldId="264"/>
            <ac:cxnSpMk id="54" creationId="{CDD35B4F-7FF8-CAAE-8192-B0D3CADE7DAC}"/>
          </ac:cxnSpMkLst>
        </pc:cxnChg>
        <pc:cxnChg chg="mod">
          <ac:chgData name="Maxime Kohler" userId="6fc84a47-88c8-436f-9020-030c6cac2d44" providerId="ADAL" clId="{8C209237-3ABF-4404-A65C-DB0D9DDA0D05}" dt="2023-08-14T09:23:35.555" v="2632"/>
          <ac:cxnSpMkLst>
            <pc:docMk/>
            <pc:sldMk cId="3026255194" sldId="264"/>
            <ac:cxnSpMk id="55" creationId="{E5F5E20B-348C-11D4-A3B4-5CBEF7813317}"/>
          </ac:cxnSpMkLst>
        </pc:cxnChg>
        <pc:cxnChg chg="mod">
          <ac:chgData name="Maxime Kohler" userId="6fc84a47-88c8-436f-9020-030c6cac2d44" providerId="ADAL" clId="{8C209237-3ABF-4404-A65C-DB0D9DDA0D05}" dt="2023-08-14T09:23:57.210" v="2638"/>
          <ac:cxnSpMkLst>
            <pc:docMk/>
            <pc:sldMk cId="3026255194" sldId="264"/>
            <ac:cxnSpMk id="2048" creationId="{4E0FB405-D948-1219-1CC7-FBA538923982}"/>
          </ac:cxnSpMkLst>
        </pc:cxnChg>
        <pc:cxnChg chg="mod">
          <ac:chgData name="Maxime Kohler" userId="6fc84a47-88c8-436f-9020-030c6cac2d44" providerId="ADAL" clId="{8C209237-3ABF-4404-A65C-DB0D9DDA0D05}" dt="2023-08-14T09:23:57.210" v="2638"/>
          <ac:cxnSpMkLst>
            <pc:docMk/>
            <pc:sldMk cId="3026255194" sldId="264"/>
            <ac:cxnSpMk id="2049" creationId="{FEA8D787-74A8-344D-D3E7-09CAE6F4246E}"/>
          </ac:cxnSpMkLst>
        </pc:cxnChg>
        <pc:cxnChg chg="mod">
          <ac:chgData name="Maxime Kohler" userId="6fc84a47-88c8-436f-9020-030c6cac2d44" providerId="ADAL" clId="{8C209237-3ABF-4404-A65C-DB0D9DDA0D05}" dt="2023-08-14T09:23:57.210" v="2638"/>
          <ac:cxnSpMkLst>
            <pc:docMk/>
            <pc:sldMk cId="3026255194" sldId="264"/>
            <ac:cxnSpMk id="2051" creationId="{260BC3F0-5A30-A321-9D03-FF0F84B1E347}"/>
          </ac:cxnSpMkLst>
        </pc:cxnChg>
        <pc:cxnChg chg="mod">
          <ac:chgData name="Maxime Kohler" userId="6fc84a47-88c8-436f-9020-030c6cac2d44" providerId="ADAL" clId="{8C209237-3ABF-4404-A65C-DB0D9DDA0D05}" dt="2023-08-14T09:23:57.210" v="2638"/>
          <ac:cxnSpMkLst>
            <pc:docMk/>
            <pc:sldMk cId="3026255194" sldId="264"/>
            <ac:cxnSpMk id="2053" creationId="{9EDF9A31-66D3-ADA6-1A27-2D94C65E0028}"/>
          </ac:cxnSpMkLst>
        </pc:cxnChg>
        <pc:cxnChg chg="mod">
          <ac:chgData name="Maxime Kohler" userId="6fc84a47-88c8-436f-9020-030c6cac2d44" providerId="ADAL" clId="{8C209237-3ABF-4404-A65C-DB0D9DDA0D05}" dt="2023-08-14T09:23:57.210" v="2638"/>
          <ac:cxnSpMkLst>
            <pc:docMk/>
            <pc:sldMk cId="3026255194" sldId="264"/>
            <ac:cxnSpMk id="2067" creationId="{7D8F4F28-31B3-6A56-13B7-B49A60619879}"/>
          </ac:cxnSpMkLst>
        </pc:cxnChg>
        <pc:cxnChg chg="mod">
          <ac:chgData name="Maxime Kohler" userId="6fc84a47-88c8-436f-9020-030c6cac2d44" providerId="ADAL" clId="{8C209237-3ABF-4404-A65C-DB0D9DDA0D05}" dt="2023-08-14T09:23:57.210" v="2638"/>
          <ac:cxnSpMkLst>
            <pc:docMk/>
            <pc:sldMk cId="3026255194" sldId="264"/>
            <ac:cxnSpMk id="2068" creationId="{D982C27C-482D-DA03-13F1-CCBDC5C4F16D}"/>
          </ac:cxnSpMkLst>
        </pc:cxnChg>
        <pc:cxnChg chg="mod">
          <ac:chgData name="Maxime Kohler" userId="6fc84a47-88c8-436f-9020-030c6cac2d44" providerId="ADAL" clId="{8C209237-3ABF-4404-A65C-DB0D9DDA0D05}" dt="2023-08-14T09:23:57.210" v="2638"/>
          <ac:cxnSpMkLst>
            <pc:docMk/>
            <pc:sldMk cId="3026255194" sldId="264"/>
            <ac:cxnSpMk id="2069" creationId="{7CB53917-1C8E-F9F0-F34F-4119BD6D81EF}"/>
          </ac:cxnSpMkLst>
        </pc:cxnChg>
        <pc:cxnChg chg="mod">
          <ac:chgData name="Maxime Kohler" userId="6fc84a47-88c8-436f-9020-030c6cac2d44" providerId="ADAL" clId="{8C209237-3ABF-4404-A65C-DB0D9DDA0D05}" dt="2023-08-14T09:23:57.210" v="2638"/>
          <ac:cxnSpMkLst>
            <pc:docMk/>
            <pc:sldMk cId="3026255194" sldId="264"/>
            <ac:cxnSpMk id="2070" creationId="{32578100-CC4E-4168-13E9-1CECDAF27BED}"/>
          </ac:cxnSpMkLst>
        </pc:cxnChg>
        <pc:cxnChg chg="mod">
          <ac:chgData name="Maxime Kohler" userId="6fc84a47-88c8-436f-9020-030c6cac2d44" providerId="ADAL" clId="{8C209237-3ABF-4404-A65C-DB0D9DDA0D05}" dt="2023-08-14T09:23:57.210" v="2638"/>
          <ac:cxnSpMkLst>
            <pc:docMk/>
            <pc:sldMk cId="3026255194" sldId="264"/>
            <ac:cxnSpMk id="2071" creationId="{70CA037C-F55C-C5EE-04BF-6B3EF6381A8D}"/>
          </ac:cxnSpMkLst>
        </pc:cxnChg>
        <pc:cxnChg chg="mod">
          <ac:chgData name="Maxime Kohler" userId="6fc84a47-88c8-436f-9020-030c6cac2d44" providerId="ADAL" clId="{8C209237-3ABF-4404-A65C-DB0D9DDA0D05}" dt="2023-08-14T09:23:57.210" v="2638"/>
          <ac:cxnSpMkLst>
            <pc:docMk/>
            <pc:sldMk cId="3026255194" sldId="264"/>
            <ac:cxnSpMk id="2072" creationId="{6D3AFD7B-AD86-8434-33B0-697E1F3A6F8D}"/>
          </ac:cxnSpMkLst>
        </pc:cxnChg>
        <pc:cxnChg chg="del">
          <ac:chgData name="Maxime Kohler" userId="6fc84a47-88c8-436f-9020-030c6cac2d44" providerId="ADAL" clId="{8C209237-3ABF-4404-A65C-DB0D9DDA0D05}" dt="2023-08-14T09:23:28.741" v="2630" actId="478"/>
          <ac:cxnSpMkLst>
            <pc:docMk/>
            <pc:sldMk cId="3026255194" sldId="264"/>
            <ac:cxnSpMk id="2118" creationId="{B5EBDB49-18D8-3B21-10AA-7254DCA93083}"/>
          </ac:cxnSpMkLst>
        </pc:cxnChg>
        <pc:cxnChg chg="del">
          <ac:chgData name="Maxime Kohler" userId="6fc84a47-88c8-436f-9020-030c6cac2d44" providerId="ADAL" clId="{8C209237-3ABF-4404-A65C-DB0D9DDA0D05}" dt="2023-08-14T09:23:29.598" v="2631" actId="478"/>
          <ac:cxnSpMkLst>
            <pc:docMk/>
            <pc:sldMk cId="3026255194" sldId="264"/>
            <ac:cxnSpMk id="2119" creationId="{04DB25B2-6FAC-CECE-2AB6-DE97A75333B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axime Kohler" userId="6fc84a47-88c8-436f-9020-030c6cac2d44" providerId="ADAL" clId="{8C209237-3ABF-4404-A65C-DB0D9DDA0D05}" dt="2023-08-14T09:27:56.774" v="2676"/>
              <pc2:cmMkLst xmlns:pc2="http://schemas.microsoft.com/office/powerpoint/2019/9/main/command">
                <pc:docMk/>
                <pc:sldMk cId="3026255194" sldId="264"/>
                <pc2:cmMk id="{570CEF10-0036-4DC7-B3B5-CFE133B82D62}"/>
              </pc2:cmMkLst>
            </pc226:cmChg>
            <pc226:cmChg xmlns:pc226="http://schemas.microsoft.com/office/powerpoint/2022/06/main/command" chg="mod">
              <pc226:chgData name="Maxime Kohler" userId="6fc84a47-88c8-436f-9020-030c6cac2d44" providerId="ADAL" clId="{8C209237-3ABF-4404-A65C-DB0D9DDA0D05}" dt="2023-08-14T14:27:40.037" v="2758" actId="2056"/>
              <pc2:cmMkLst xmlns:pc2="http://schemas.microsoft.com/office/powerpoint/2019/9/main/command">
                <pc:docMk/>
                <pc:sldMk cId="3026255194" sldId="264"/>
                <pc2:cmMk id="{42660B20-BF72-4B04-B6BB-8D36A23EF384}"/>
              </pc2:cmMkLst>
            </pc226:cmChg>
            <pc226:cmChg xmlns:pc226="http://schemas.microsoft.com/office/powerpoint/2022/06/main/command" chg="mod">
              <pc226:chgData name="Maxime Kohler" userId="6fc84a47-88c8-436f-9020-030c6cac2d44" providerId="ADAL" clId="{8C209237-3ABF-4404-A65C-DB0D9DDA0D05}" dt="2023-08-14T14:35:59.940" v="2767" actId="21"/>
              <pc2:cmMkLst xmlns:pc2="http://schemas.microsoft.com/office/powerpoint/2019/9/main/command">
                <pc:docMk/>
                <pc:sldMk cId="3026255194" sldId="264"/>
                <pc2:cmMk id="{47015220-4242-48B4-99B6-A94EE91DC341}"/>
              </pc2:cmMkLst>
            </pc226:cmChg>
            <pc226:cmChg xmlns:pc226="http://schemas.microsoft.com/office/powerpoint/2022/06/main/command" chg="mod">
              <pc226:chgData name="Maxime Kohler" userId="6fc84a47-88c8-436f-9020-030c6cac2d44" providerId="ADAL" clId="{8C209237-3ABF-4404-A65C-DB0D9DDA0D05}" dt="2023-08-14T14:35:59.940" v="2767" actId="21"/>
              <pc2:cmMkLst xmlns:pc2="http://schemas.microsoft.com/office/powerpoint/2019/9/main/command">
                <pc:docMk/>
                <pc:sldMk cId="3026255194" sldId="264"/>
                <pc2:cmMk id="{E2695C24-C19F-4329-AAD7-24C261A269EF}"/>
              </pc2:cmMkLst>
            </pc226:cmChg>
            <pc226:cmChg xmlns:pc226="http://schemas.microsoft.com/office/powerpoint/2022/06/main/command" chg="mod">
              <pc226:chgData name="Maxime Kohler" userId="6fc84a47-88c8-436f-9020-030c6cac2d44" providerId="ADAL" clId="{8C209237-3ABF-4404-A65C-DB0D9DDA0D05}" dt="2023-08-14T14:10:49.348" v="2755" actId="2056"/>
              <pc2:cmMkLst xmlns:pc2="http://schemas.microsoft.com/office/powerpoint/2019/9/main/command">
                <pc:docMk/>
                <pc:sldMk cId="3026255194" sldId="264"/>
                <pc2:cmMk id="{0514972E-190C-4101-B14A-2C4EC2A8D5E2}"/>
              </pc2:cmMkLst>
            </pc226:cmChg>
            <pc226:cmChg xmlns:pc226="http://schemas.microsoft.com/office/powerpoint/2022/06/main/command" chg="add mod">
              <pc226:chgData name="Maxime Kohler" userId="6fc84a47-88c8-436f-9020-030c6cac2d44" providerId="ADAL" clId="{8C209237-3ABF-4404-A65C-DB0D9DDA0D05}" dt="2023-08-14T13:47:56.312" v="2754"/>
              <pc2:cmMkLst xmlns:pc2="http://schemas.microsoft.com/office/powerpoint/2019/9/main/command">
                <pc:docMk/>
                <pc:sldMk cId="3026255194" sldId="264"/>
                <pc2:cmMk id="{0201FF2F-DCC1-48B6-BD4C-537B577A59FD}"/>
              </pc2:cmMkLst>
            </pc226:cmChg>
            <pc226:cmChg xmlns:pc226="http://schemas.microsoft.com/office/powerpoint/2022/06/main/command" chg="mod">
              <pc226:chgData name="Maxime Kohler" userId="6fc84a47-88c8-436f-9020-030c6cac2d44" providerId="ADAL" clId="{8C209237-3ABF-4404-A65C-DB0D9DDA0D05}" dt="2023-08-14T14:35:59.940" v="2767" actId="21"/>
              <pc2:cmMkLst xmlns:pc2="http://schemas.microsoft.com/office/powerpoint/2019/9/main/command">
                <pc:docMk/>
                <pc:sldMk cId="3026255194" sldId="264"/>
                <pc2:cmMk id="{DCD67F4C-4293-46F1-BBF8-1D2C13DE2756}"/>
              </pc2:cmMkLst>
            </pc226:cmChg>
            <pc226:cmChg xmlns:pc226="http://schemas.microsoft.com/office/powerpoint/2022/06/main/command" chg="mod">
              <pc226:chgData name="Maxime Kohler" userId="6fc84a47-88c8-436f-9020-030c6cac2d44" providerId="ADAL" clId="{8C209237-3ABF-4404-A65C-DB0D9DDA0D05}" dt="2023-08-14T14:27:40.037" v="2758" actId="2056"/>
              <pc2:cmMkLst xmlns:pc2="http://schemas.microsoft.com/office/powerpoint/2019/9/main/command">
                <pc:docMk/>
                <pc:sldMk cId="3026255194" sldId="264"/>
                <pc2:cmMk id="{04FA7BC0-A395-4376-9C4A-AB2D08917FE2}"/>
              </pc2:cmMkLst>
            </pc226:cmChg>
          </p:ext>
        </pc:extLst>
      </pc:sldChg>
    </pc:docChg>
  </pc:docChgLst>
</pc:chgInfo>
</file>

<file path=ppt/comments/modernComment_108_B460FD5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2500BC5-458C-4702-83D7-C5061E78ED44}" authorId="{4FE683F4-254F-1397-0E78-AB9A365237D8}" created="2023-08-14T14:42:36.75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026255194" sldId="264"/>
      <ac:picMk id="3" creationId="{2066CB38-A7FB-B43A-8850-E4246FA238A2}"/>
    </ac:deMkLst>
    <p188:txBody>
      <a:bodyPr/>
      <a:lstStyle/>
      <a:p>
        <a:r>
          <a:rPr lang="en-150"/>
          <a:t>Update link with RevB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15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69833A-3739-42F7-97C7-E0254609AEAD}" type="datetimeFigureOut">
              <a:rPr lang="en-150" smtClean="0"/>
              <a:t>14/08/2023</a:t>
            </a:fld>
            <a:endParaRPr lang="en-15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15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D9B33-456D-4F25-B76C-DD740307A788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494281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D9B33-456D-4F25-B76C-DD740307A788}" type="slidenum">
              <a:rPr lang="en-150" smtClean="0"/>
              <a:t>2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008922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07DA7-7EF0-42C3-8DFF-1F3FBD75ED8C}" type="datetimeFigureOut">
              <a:rPr lang="en-CH" smtClean="0"/>
              <a:t>08/14/2023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8F27A-8F32-4859-9C40-E90830BA6FB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21503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07DA7-7EF0-42C3-8DFF-1F3FBD75ED8C}" type="datetimeFigureOut">
              <a:rPr lang="en-CH" smtClean="0"/>
              <a:t>08/14/2023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8F27A-8F32-4859-9C40-E90830BA6FB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6568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07DA7-7EF0-42C3-8DFF-1F3FBD75ED8C}" type="datetimeFigureOut">
              <a:rPr lang="en-CH" smtClean="0"/>
              <a:t>08/14/2023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8F27A-8F32-4859-9C40-E90830BA6FB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61965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07DA7-7EF0-42C3-8DFF-1F3FBD75ED8C}" type="datetimeFigureOut">
              <a:rPr lang="en-CH" smtClean="0"/>
              <a:t>08/14/2023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8F27A-8F32-4859-9C40-E90830BA6FB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8742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07DA7-7EF0-42C3-8DFF-1F3FBD75ED8C}" type="datetimeFigureOut">
              <a:rPr lang="en-CH" smtClean="0"/>
              <a:t>08/14/2023</a:t>
            </a:fld>
            <a:endParaRPr lang="en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8F27A-8F32-4859-9C40-E90830BA6FB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17263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07DA7-7EF0-42C3-8DFF-1F3FBD75ED8C}" type="datetimeFigureOut">
              <a:rPr lang="en-CH" smtClean="0"/>
              <a:t>08/14/2023</a:t>
            </a:fld>
            <a:endParaRPr lang="en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8F27A-8F32-4859-9C40-E90830BA6FB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27453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07DA7-7EF0-42C3-8DFF-1F3FBD75ED8C}" type="datetimeFigureOut">
              <a:rPr lang="en-CH" smtClean="0"/>
              <a:t>08/14/2023</a:t>
            </a:fld>
            <a:endParaRPr lang="en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8F27A-8F32-4859-9C40-E90830BA6FB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37811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07DA7-7EF0-42C3-8DFF-1F3FBD75ED8C}" type="datetimeFigureOut">
              <a:rPr lang="en-CH" smtClean="0"/>
              <a:t>08/14/2023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8F27A-8F32-4859-9C40-E90830BA6FB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269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07DA7-7EF0-42C3-8DFF-1F3FBD75ED8C}" type="datetimeFigureOut">
              <a:rPr lang="en-CH" smtClean="0"/>
              <a:t>08/14/2023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8F27A-8F32-4859-9C40-E90830BA6FB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9868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07DA7-7EF0-42C3-8DFF-1F3FBD75ED8C}" type="datetimeFigureOut">
              <a:rPr lang="en-CH" smtClean="0"/>
              <a:t>08/14/2023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8F27A-8F32-4859-9C40-E90830BA6FB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76353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07DA7-7EF0-42C3-8DFF-1F3FBD75ED8C}" type="datetimeFigureOut">
              <a:rPr lang="en-CH" smtClean="0"/>
              <a:t>08/14/2023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8F27A-8F32-4859-9C40-E90830BA6FB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10505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07DA7-7EF0-42C3-8DFF-1F3FBD75ED8C}" type="datetimeFigureOut">
              <a:rPr lang="en-CH" smtClean="0"/>
              <a:t>08/14/2023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8F27A-8F32-4859-9C40-E90830BA6FB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68072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microsoft.com/office/2018/10/relationships/comments" Target="../comments/modernComment_108_B460FD5A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.docx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6" descr="Diagram&#10;&#10;Description automatically generated">
            <a:extLst>
              <a:ext uri="{FF2B5EF4-FFF2-40B4-BE49-F238E27FC236}">
                <a16:creationId xmlns:a16="http://schemas.microsoft.com/office/drawing/2014/main" id="{3F160C11-3FA9-8960-6978-D69FAB30F9A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91074" y="600080"/>
            <a:ext cx="2636274" cy="1297081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81CFCEF0-417C-75C6-0F4F-A44D767CE65E}"/>
              </a:ext>
            </a:extLst>
          </p:cNvPr>
          <p:cNvSpPr txBox="1"/>
          <p:nvPr/>
        </p:nvSpPr>
        <p:spPr>
          <a:xfrm>
            <a:off x="200403" y="2088130"/>
            <a:ext cx="4304257" cy="4625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488"/>
              </a:spcAft>
            </a:pPr>
            <a:r>
              <a:rPr lang="en-US" sz="1200" b="1">
                <a:latin typeface="Grandview Display" panose="020B0502040204020203" pitchFamily="34" charset="0"/>
              </a:rPr>
              <a:t>             </a:t>
            </a:r>
            <a:endParaRPr lang="en-US" sz="1200" b="1" cap="all">
              <a:solidFill>
                <a:schemeClr val="accent1"/>
              </a:solidFill>
              <a:latin typeface="Grandview Display" panose="020B0502040204020203" pitchFamily="34" charset="0"/>
            </a:endParaRPr>
          </a:p>
          <a:p>
            <a:pPr>
              <a:spcAft>
                <a:spcPts val="488"/>
              </a:spcAft>
            </a:pPr>
            <a:r>
              <a:rPr lang="en-US" sz="1200" b="1" cap="all">
                <a:solidFill>
                  <a:schemeClr val="accent1"/>
                </a:solidFill>
                <a:latin typeface="Grandview Display" panose="020B0502040204020203" pitchFamily="34" charset="0"/>
              </a:rPr>
              <a:t>            </a:t>
            </a:r>
            <a:r>
              <a:rPr lang="en-US" sz="1100" b="1" cap="all">
                <a:latin typeface="Grandview Display" panose="020B0502040204020203" pitchFamily="34" charset="0"/>
              </a:rPr>
              <a:t>WARNING!</a:t>
            </a:r>
          </a:p>
          <a:p>
            <a:pPr marL="232172" indent="-232172">
              <a:buFont typeface="Arial" panose="020B0604020202020204" pitchFamily="34" charset="0"/>
              <a:buChar char="•"/>
            </a:pPr>
            <a:r>
              <a:rPr lang="en-US" sz="1100">
                <a:latin typeface="Grandview Display" panose="020B0502040204020203" pitchFamily="34" charset="0"/>
              </a:rPr>
              <a:t>Charging must never take place inside an airplane.</a:t>
            </a:r>
          </a:p>
          <a:p>
            <a:pPr marL="232172" indent="-232172">
              <a:buFont typeface="Arial" panose="020B0604020202020204" pitchFamily="34" charset="0"/>
              <a:buChar char="•"/>
            </a:pPr>
            <a:r>
              <a:rPr lang="en-US" sz="1100">
                <a:latin typeface="Grandview Display" panose="020B0502040204020203" pitchFamily="34" charset="0"/>
              </a:rPr>
              <a:t>Charging must not take place in a damp, moist environment due to risk of electric shocks.</a:t>
            </a:r>
          </a:p>
          <a:p>
            <a:pPr marL="232172" indent="-232172">
              <a:buFont typeface="Arial" panose="020B0604020202020204" pitchFamily="34" charset="0"/>
              <a:buChar char="•"/>
            </a:pPr>
            <a:r>
              <a:rPr lang="en-US" sz="1100">
                <a:latin typeface="Grandview Display" panose="020B0502040204020203" pitchFamily="34" charset="0"/>
              </a:rPr>
              <a:t>Check the cable for damages/abnormalities before using the cable and before connecting to an electric outlet.</a:t>
            </a:r>
          </a:p>
          <a:p>
            <a:pPr marL="232172" indent="-232172">
              <a:buFont typeface="Arial" panose="020B0604020202020204" pitchFamily="34" charset="0"/>
              <a:buChar char="•"/>
            </a:pPr>
            <a:r>
              <a:rPr lang="en-US" sz="1100">
                <a:latin typeface="Grandview Display" panose="020B0502040204020203" pitchFamily="34" charset="0"/>
              </a:rPr>
              <a:t>Check that the cable is not connected to an electrical outlet before moving the container and place it back in the cable box with all 6 adapters.</a:t>
            </a:r>
          </a:p>
          <a:p>
            <a:pPr marL="232172" indent="-232172">
              <a:buFont typeface="Arial" panose="020B0604020202020204" pitchFamily="34" charset="0"/>
              <a:buChar char="•"/>
            </a:pPr>
            <a:endParaRPr lang="en-US" sz="1100">
              <a:latin typeface="Grandview Display" panose="020B0502040204020203" pitchFamily="34" charset="0"/>
            </a:endParaRPr>
          </a:p>
          <a:p>
            <a:endParaRPr lang="en-US" sz="1100">
              <a:latin typeface="Grandview Display" panose="020B0502040204020203" pitchFamily="34" charset="0"/>
            </a:endParaRPr>
          </a:p>
          <a:p>
            <a:endParaRPr lang="en-US" sz="1100">
              <a:latin typeface="Grandview Display" panose="020B0502040204020203" pitchFamily="34" charset="0"/>
            </a:endParaRPr>
          </a:p>
          <a:p>
            <a:endParaRPr lang="en-US" sz="1100">
              <a:latin typeface="Grandview Display" panose="020B0502040204020203" pitchFamily="34" charset="0"/>
            </a:endParaRPr>
          </a:p>
          <a:p>
            <a:endParaRPr lang="en-US" sz="1100">
              <a:latin typeface="Grandview Display" panose="020B0502040204020203" pitchFamily="34" charset="0"/>
            </a:endParaRPr>
          </a:p>
          <a:p>
            <a:endParaRPr lang="en-US" sz="1100">
              <a:latin typeface="Grandview Display" panose="020B0502040204020203" pitchFamily="34" charset="0"/>
            </a:endParaRPr>
          </a:p>
          <a:p>
            <a:endParaRPr lang="en-US" sz="1100">
              <a:latin typeface="Grandview Display" panose="020B0502040204020203" pitchFamily="34" charset="0"/>
            </a:endParaRPr>
          </a:p>
          <a:p>
            <a:endParaRPr lang="en-US" sz="1100">
              <a:latin typeface="Grandview Display" panose="020B0502040204020203" pitchFamily="34" charset="0"/>
            </a:endParaRPr>
          </a:p>
          <a:p>
            <a:endParaRPr lang="en-US" sz="1100">
              <a:latin typeface="Grandview Display" panose="020B0502040204020203" pitchFamily="34" charset="0"/>
            </a:endParaRPr>
          </a:p>
          <a:p>
            <a:endParaRPr lang="en-US" sz="1100">
              <a:latin typeface="Grandview Display" panose="020B0502040204020203" pitchFamily="34" charset="0"/>
            </a:endParaRPr>
          </a:p>
          <a:p>
            <a:pPr>
              <a:lnSpc>
                <a:spcPct val="107000"/>
              </a:lnSpc>
              <a:spcBef>
                <a:spcPts val="488"/>
              </a:spcBef>
              <a:spcAft>
                <a:spcPts val="488"/>
              </a:spcAft>
            </a:pPr>
            <a:r>
              <a:rPr lang="en-US" sz="2000" b="1">
                <a:latin typeface="Grandview Display" panose="020B0502040204020203" pitchFamily="34" charset="0"/>
                <a:ea typeface="Yu Gothic Light" panose="020B0300000000000000" pitchFamily="34" charset="-128"/>
                <a:cs typeface="Calibri" panose="020F0502020204030204" pitchFamily="34" charset="0"/>
              </a:rPr>
              <a:t>        </a:t>
            </a:r>
            <a:r>
              <a:rPr lang="en-US" sz="1100" b="1">
                <a:latin typeface="Grandview Display" panose="020B0502040204020203" pitchFamily="34" charset="0"/>
                <a:ea typeface="Yu Gothic Light" panose="020B0300000000000000" pitchFamily="34" charset="-128"/>
                <a:cs typeface="Calibri" panose="020F0502020204030204" pitchFamily="34" charset="0"/>
              </a:rPr>
              <a:t>CAUTION!</a:t>
            </a:r>
            <a:endParaRPr lang="en-CH" sz="1100">
              <a:latin typeface="Grandview Display" panose="020B0502040204020203" pitchFamily="34" charset="0"/>
              <a:ea typeface="Yu Gothic Light" panose="020B0300000000000000" pitchFamily="34" charset="-128"/>
              <a:cs typeface="Calibri" panose="020F0502020204030204" pitchFamily="34" charset="0"/>
            </a:endParaRPr>
          </a:p>
          <a:p>
            <a:pPr marL="278606" indent="-278606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100">
                <a:latin typeface="Grandview Display" panose="020B0502040204020203" pitchFamily="34" charset="0"/>
              </a:rPr>
              <a:t>When charging, always pull out the entire cable (5 m) to avoid overheating and ensure the cable does not have loop or knots.</a:t>
            </a:r>
            <a:endParaRPr lang="en-CH" sz="1100">
              <a:latin typeface="Grandview Display" panose="020B050204020402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4C8D92-E048-8E01-C7BE-02D077967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4176" y="251734"/>
            <a:ext cx="1574252" cy="169347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4295" tIns="37148" rIns="74295" bIns="37148" numCol="1" anchor="ctr" anchorCtr="0" compatLnSpc="1">
            <a:prstTxWarp prst="textNoShape">
              <a:avLst/>
            </a:prstTxWarp>
          </a:bodyPr>
          <a:lstStyle/>
          <a:p>
            <a:pPr defTabSz="74295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CH" sz="1463">
              <a:latin typeface="Arial" panose="020B0604020202020204" pitchFamily="34" charset="0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C4EFA85-2A80-88DA-72E1-82A0CBB08654}"/>
              </a:ext>
            </a:extLst>
          </p:cNvPr>
          <p:cNvGrpSpPr/>
          <p:nvPr/>
        </p:nvGrpSpPr>
        <p:grpSpPr>
          <a:xfrm>
            <a:off x="1581152" y="377515"/>
            <a:ext cx="2807997" cy="1670266"/>
            <a:chOff x="-369549" y="140530"/>
            <a:chExt cx="3456000" cy="2055712"/>
          </a:xfrm>
        </p:grpSpPr>
        <p:pic>
          <p:nvPicPr>
            <p:cNvPr id="2050" name="Picture 5" descr="Text, whiteboard&#10;&#10;Description automatically generated">
              <a:extLst>
                <a:ext uri="{FF2B5EF4-FFF2-40B4-BE49-F238E27FC236}">
                  <a16:creationId xmlns:a16="http://schemas.microsoft.com/office/drawing/2014/main" id="{1101EA3E-7D66-7B28-232C-9D20B82802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548" y="505011"/>
              <a:ext cx="1985273" cy="15887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BF90273-609C-CBD8-C49F-9951E1D144C6}"/>
                </a:ext>
              </a:extLst>
            </p:cNvPr>
            <p:cNvGrpSpPr/>
            <p:nvPr/>
          </p:nvGrpSpPr>
          <p:grpSpPr>
            <a:xfrm>
              <a:off x="-369549" y="140530"/>
              <a:ext cx="3456000" cy="2055712"/>
              <a:chOff x="-369577" y="95146"/>
              <a:chExt cx="3456273" cy="2055931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B673506D-93FA-955A-5B81-B74840126139}"/>
                  </a:ext>
                </a:extLst>
              </p:cNvPr>
              <p:cNvCxnSpPr>
                <a:cxnSpLocks/>
                <a:stCxn id="10" idx="3"/>
              </p:cNvCxnSpPr>
              <p:nvPr/>
            </p:nvCxnSpPr>
            <p:spPr>
              <a:xfrm flipV="1">
                <a:off x="575220" y="1023715"/>
                <a:ext cx="951185" cy="205642"/>
              </a:xfrm>
              <a:prstGeom prst="line">
                <a:avLst/>
              </a:prstGeom>
              <a:ln w="9525">
                <a:solidFill>
                  <a:srgbClr val="4477BC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 Box 37">
                <a:extLst>
                  <a:ext uri="{FF2B5EF4-FFF2-40B4-BE49-F238E27FC236}">
                    <a16:creationId xmlns:a16="http://schemas.microsoft.com/office/drawing/2014/main" id="{0BD9C466-8659-2B9C-D57B-CAC911F99808}"/>
                  </a:ext>
                </a:extLst>
              </p:cNvPr>
              <p:cNvSpPr txBox="1"/>
              <p:nvPr/>
            </p:nvSpPr>
            <p:spPr>
              <a:xfrm>
                <a:off x="-369577" y="1097658"/>
                <a:ext cx="944797" cy="26339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74295" tIns="37148" rIns="74295" bIns="37148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>
                  <a:lnSpc>
                    <a:spcPct val="107000"/>
                  </a:lnSpc>
                  <a:defRPr sz="800" b="1">
                    <a:solidFill>
                      <a:srgbClr val="3264AE"/>
                    </a:solidFill>
                    <a:latin typeface="Grandview Display" panose="020B0502040204020203" pitchFamily="34" charset="0"/>
                    <a:ea typeface="Times New Roman" panose="02020603050405020304" pitchFamily="18" charset="0"/>
                    <a:cs typeface="Calibri" panose="020F0502020204030204" pitchFamily="34" charset="0"/>
                  </a:defRPr>
                </a:lvl1pPr>
              </a:lstStyle>
              <a:p>
                <a:r>
                  <a:rPr lang="en-US" dirty="0"/>
                  <a:t>Touch screen</a:t>
                </a:r>
                <a:endParaRPr lang="en-CH" dirty="0"/>
              </a:p>
            </p:txBody>
          </p:sp>
          <p:sp>
            <p:nvSpPr>
              <p:cNvPr id="14" name="Text Box 50">
                <a:extLst>
                  <a:ext uri="{FF2B5EF4-FFF2-40B4-BE49-F238E27FC236}">
                    <a16:creationId xmlns:a16="http://schemas.microsoft.com/office/drawing/2014/main" id="{5F5F7D2C-6CCE-9CAC-5F9E-5D4898C247E6}"/>
                  </a:ext>
                </a:extLst>
              </p:cNvPr>
              <p:cNvSpPr txBox="1"/>
              <p:nvPr/>
            </p:nvSpPr>
            <p:spPr>
              <a:xfrm>
                <a:off x="798556" y="1927942"/>
                <a:ext cx="727849" cy="22313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74295" tIns="37148" rIns="74295" bIns="37148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>
                  <a:lnSpc>
                    <a:spcPct val="107000"/>
                  </a:lnSpc>
                  <a:defRPr sz="800" b="1">
                    <a:solidFill>
                      <a:srgbClr val="3264AE"/>
                    </a:solidFill>
                    <a:latin typeface="Grandview Display" panose="020B0502040204020203" pitchFamily="34" charset="0"/>
                    <a:ea typeface="Times New Roman" panose="02020603050405020304" pitchFamily="18" charset="0"/>
                    <a:cs typeface="Calibri" panose="020F0502020204030204" pitchFamily="34" charset="0"/>
                  </a:defRPr>
                </a:lvl1pPr>
              </a:lstStyle>
              <a:p>
                <a:r>
                  <a:rPr lang="en-US"/>
                  <a:t>Cable box</a:t>
                </a:r>
                <a:endParaRPr lang="en-CH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05BEEF3-CE28-25B7-32BB-6369B564C6F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13040" y="1318766"/>
                <a:ext cx="375292" cy="597970"/>
              </a:xfrm>
              <a:prstGeom prst="line">
                <a:avLst/>
              </a:prstGeom>
              <a:ln w="9525">
                <a:solidFill>
                  <a:srgbClr val="4477BC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E3D0E875-A2FD-186D-E182-E042EDAE3D8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49955" y="296497"/>
                <a:ext cx="406991" cy="325529"/>
              </a:xfrm>
              <a:prstGeom prst="line">
                <a:avLst/>
              </a:prstGeom>
              <a:ln w="9525">
                <a:solidFill>
                  <a:srgbClr val="4477BC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 Box 116">
                <a:extLst>
                  <a:ext uri="{FF2B5EF4-FFF2-40B4-BE49-F238E27FC236}">
                    <a16:creationId xmlns:a16="http://schemas.microsoft.com/office/drawing/2014/main" id="{5E339E5F-46B6-4F9C-2631-8EF8E89B76DC}"/>
                  </a:ext>
                </a:extLst>
              </p:cNvPr>
              <p:cNvSpPr txBox="1"/>
              <p:nvPr/>
            </p:nvSpPr>
            <p:spPr>
              <a:xfrm>
                <a:off x="1827195" y="95146"/>
                <a:ext cx="1259501" cy="25482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74295" tIns="37148" rIns="74295" bIns="37148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>
                  <a:lnSpc>
                    <a:spcPct val="107000"/>
                  </a:lnSpc>
                  <a:defRPr sz="800" b="1">
                    <a:solidFill>
                      <a:srgbClr val="3264AE"/>
                    </a:solidFill>
                    <a:latin typeface="Grandview Display" panose="020B0502040204020203" pitchFamily="34" charset="0"/>
                    <a:ea typeface="Times New Roman" panose="02020603050405020304" pitchFamily="18" charset="0"/>
                    <a:cs typeface="Calibri" panose="020F0502020204030204" pitchFamily="34" charset="0"/>
                  </a:defRPr>
                </a:lvl1pPr>
              </a:lstStyle>
              <a:p>
                <a:r>
                  <a:rPr lang="en-US" dirty="0"/>
                  <a:t>Photovoltaic panels</a:t>
                </a:r>
                <a:endParaRPr lang="en-CH" dirty="0"/>
              </a:p>
            </p:txBody>
          </p:sp>
        </p:grpSp>
      </p:grpSp>
      <p:sp>
        <p:nvSpPr>
          <p:cNvPr id="22" name="Rectangle 27">
            <a:extLst>
              <a:ext uri="{FF2B5EF4-FFF2-40B4-BE49-F238E27FC236}">
                <a16:creationId xmlns:a16="http://schemas.microsoft.com/office/drawing/2014/main" id="{F35D6307-A737-651C-3180-2BECD7FCC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25" y="988165"/>
            <a:ext cx="150106" cy="300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4295" tIns="37148" rIns="74295" bIns="37148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H" sz="1463"/>
          </a:p>
        </p:txBody>
      </p:sp>
      <p:sp>
        <p:nvSpPr>
          <p:cNvPr id="23" name="Rectangle 28">
            <a:extLst>
              <a:ext uri="{FF2B5EF4-FFF2-40B4-BE49-F238E27FC236}">
                <a16:creationId xmlns:a16="http://schemas.microsoft.com/office/drawing/2014/main" id="{188BAB09-7E32-529C-B822-BC713DD2A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25" y="2488933"/>
            <a:ext cx="150106" cy="300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4295" tIns="37148" rIns="74295" bIns="37148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H" sz="1463"/>
          </a:p>
        </p:txBody>
      </p:sp>
      <p:sp>
        <p:nvSpPr>
          <p:cNvPr id="24" name="Rectangle 29">
            <a:extLst>
              <a:ext uri="{FF2B5EF4-FFF2-40B4-BE49-F238E27FC236}">
                <a16:creationId xmlns:a16="http://schemas.microsoft.com/office/drawing/2014/main" id="{7108D665-C4EF-8B8F-6340-979FA1978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25" y="2488933"/>
            <a:ext cx="150106" cy="300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4295" tIns="37148" rIns="74295" bIns="37148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H" sz="1463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EB1D70-2189-A5A3-4E9F-85629C74A547}"/>
              </a:ext>
            </a:extLst>
          </p:cNvPr>
          <p:cNvSpPr txBox="1"/>
          <p:nvPr/>
        </p:nvSpPr>
        <p:spPr>
          <a:xfrm>
            <a:off x="4599716" y="2100020"/>
            <a:ext cx="2212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4477BC"/>
                </a:solidFill>
                <a:latin typeface="Grandview Display" panose="020B0502040204020203" pitchFamily="34" charset="0"/>
              </a:rPr>
              <a:t>Touch screen</a:t>
            </a:r>
            <a:endParaRPr lang="en-CH" b="1" dirty="0">
              <a:solidFill>
                <a:srgbClr val="4477BC"/>
              </a:solidFill>
              <a:latin typeface="Grandview Display" panose="020B050204020402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A06157-B96C-C937-89D4-F414E062C51C}"/>
              </a:ext>
            </a:extLst>
          </p:cNvPr>
          <p:cNvSpPr txBox="1"/>
          <p:nvPr/>
        </p:nvSpPr>
        <p:spPr>
          <a:xfrm>
            <a:off x="8084176" y="1674567"/>
            <a:ext cx="15742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/>
              <a:t>User Manual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1E8DB4-3315-8F6A-359E-8D25C8BEAAD4}"/>
              </a:ext>
            </a:extLst>
          </p:cNvPr>
          <p:cNvSpPr txBox="1"/>
          <p:nvPr/>
        </p:nvSpPr>
        <p:spPr>
          <a:xfrm>
            <a:off x="4576939" y="138442"/>
            <a:ext cx="1510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4477BC"/>
                </a:solidFill>
                <a:latin typeface="Grandview Display" panose="020B0502040204020203" pitchFamily="34" charset="0"/>
              </a:rPr>
              <a:t>Storage</a:t>
            </a:r>
            <a:endParaRPr lang="en-CH" sz="1950" b="1">
              <a:solidFill>
                <a:srgbClr val="4477BC"/>
              </a:solidFill>
              <a:latin typeface="Grandview Display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5D7C96-BABF-49E2-7C62-F248E7FD7D06}"/>
              </a:ext>
            </a:extLst>
          </p:cNvPr>
          <p:cNvSpPr txBox="1"/>
          <p:nvPr/>
        </p:nvSpPr>
        <p:spPr>
          <a:xfrm>
            <a:off x="189644" y="2089429"/>
            <a:ext cx="1337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4477BC"/>
                </a:solidFill>
                <a:latin typeface="Grandview Display" panose="020B0502040204020203" pitchFamily="34" charset="0"/>
              </a:rPr>
              <a:t>Charging</a:t>
            </a:r>
            <a:endParaRPr lang="en-CH" b="1">
              <a:solidFill>
                <a:srgbClr val="4477BC"/>
              </a:solidFill>
              <a:latin typeface="Grandview Display" panose="020B0502040204020203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27E4FA1-8820-BECC-4E3E-9BBF78145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594" y="3399119"/>
            <a:ext cx="4253106" cy="300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4295" tIns="37148" rIns="74295" bIns="37148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H" sz="1463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8AD2DC0-37AF-5BDE-6EF9-60BF8F3E66E7}"/>
              </a:ext>
            </a:extLst>
          </p:cNvPr>
          <p:cNvSpPr txBox="1"/>
          <p:nvPr/>
        </p:nvSpPr>
        <p:spPr>
          <a:xfrm>
            <a:off x="4599716" y="440764"/>
            <a:ext cx="2439781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100">
                <a:latin typeface="Grandview Display"/>
              </a:rPr>
              <a:t>Ensure direct exposure to the sun when outside.</a:t>
            </a:r>
            <a:endParaRPr lang="en-CH" sz="1100">
              <a:latin typeface="Grandview Display"/>
            </a:endParaRPr>
          </a:p>
        </p:txBody>
      </p:sp>
      <p:sp>
        <p:nvSpPr>
          <p:cNvPr id="2107" name="Rectangle 117">
            <a:extLst>
              <a:ext uri="{FF2B5EF4-FFF2-40B4-BE49-F238E27FC236}">
                <a16:creationId xmlns:a16="http://schemas.microsoft.com/office/drawing/2014/main" id="{EBBB7E90-422F-D622-4387-DAB5B53B8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7532" y="3246831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CH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randview Display" panose="020B0502040204020203" pitchFamily="34" charset="0"/>
              <a:ea typeface="Yu Gothic Light" panose="020B0300000000000000" pitchFamily="34" charset="-128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CH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randview Display" panose="020B0502040204020203" pitchFamily="34" charset="0"/>
                <a:ea typeface="Yu Gothic Light" panose="020B0300000000000000" pitchFamily="34" charset="-128"/>
                <a:cs typeface="Calibri" panose="020F0502020204030204" pitchFamily="34" charset="0"/>
              </a:rPr>
              <a:t> </a:t>
            </a:r>
            <a:endParaRPr kumimoji="0" lang="en-US" altLang="en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27" name="TextBox 2126">
            <a:extLst>
              <a:ext uri="{FF2B5EF4-FFF2-40B4-BE49-F238E27FC236}">
                <a16:creationId xmlns:a16="http://schemas.microsoft.com/office/drawing/2014/main" id="{E5EF8348-8D0B-A848-D68D-7E0442E723E1}"/>
              </a:ext>
            </a:extLst>
          </p:cNvPr>
          <p:cNvSpPr txBox="1"/>
          <p:nvPr/>
        </p:nvSpPr>
        <p:spPr>
          <a:xfrm>
            <a:off x="4559654" y="4354321"/>
            <a:ext cx="518922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b="1">
                <a:solidFill>
                  <a:srgbClr val="4477BC"/>
                </a:solidFill>
                <a:latin typeface="Grandview Display" panose="020B0502040204020203" pitchFamily="34" charset="0"/>
              </a:rPr>
              <a:t>Security Code</a:t>
            </a:r>
          </a:p>
          <a:p>
            <a:r>
              <a:rPr lang="en-US" sz="1100">
                <a:latin typeface="Grandview Display" panose="020B0502040204020203" pitchFamily="34" charset="0"/>
              </a:rPr>
              <a:t>Add +1 to the displayed number (example: displayed 0123 → Code: 0124).</a:t>
            </a:r>
          </a:p>
        </p:txBody>
      </p:sp>
      <p:pic>
        <p:nvPicPr>
          <p:cNvPr id="2174" name="Picture 16" descr="Shape&#10;&#10;Description automatically generated with low confidence">
            <a:extLst>
              <a:ext uri="{FF2B5EF4-FFF2-40B4-BE49-F238E27FC236}">
                <a16:creationId xmlns:a16="http://schemas.microsoft.com/office/drawing/2014/main" id="{0E031E0D-6E54-FC7F-DAB5-E87F5C488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985590" y="10897064"/>
            <a:ext cx="168275" cy="16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Qr code&#10;&#10;Description automatically generated">
            <a:extLst>
              <a:ext uri="{FF2B5EF4-FFF2-40B4-BE49-F238E27FC236}">
                <a16:creationId xmlns:a16="http://schemas.microsoft.com/office/drawing/2014/main" id="{2066CB38-A7FB-B43A-8850-E4246FA238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3665" y="293711"/>
            <a:ext cx="1446563" cy="144656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EFB0C09-13E8-5F02-83EC-AD1B9E5973E0}"/>
              </a:ext>
            </a:extLst>
          </p:cNvPr>
          <p:cNvSpPr/>
          <p:nvPr/>
        </p:nvSpPr>
        <p:spPr>
          <a:xfrm>
            <a:off x="9249141" y="3006454"/>
            <a:ext cx="45719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099" name="Groupe 2098">
            <a:extLst>
              <a:ext uri="{FF2B5EF4-FFF2-40B4-BE49-F238E27FC236}">
                <a16:creationId xmlns:a16="http://schemas.microsoft.com/office/drawing/2014/main" id="{F902C0F7-01AE-69A2-8FC4-78AA8B166468}"/>
              </a:ext>
            </a:extLst>
          </p:cNvPr>
          <p:cNvGrpSpPr/>
          <p:nvPr/>
        </p:nvGrpSpPr>
        <p:grpSpPr>
          <a:xfrm>
            <a:off x="4567492" y="4942576"/>
            <a:ext cx="5251689" cy="1762021"/>
            <a:chOff x="4575410" y="4948258"/>
            <a:chExt cx="5251689" cy="1762021"/>
          </a:xfrm>
        </p:grpSpPr>
        <p:grpSp>
          <p:nvGrpSpPr>
            <p:cNvPr id="2098" name="Groupe 2097">
              <a:extLst>
                <a:ext uri="{FF2B5EF4-FFF2-40B4-BE49-F238E27FC236}">
                  <a16:creationId xmlns:a16="http://schemas.microsoft.com/office/drawing/2014/main" id="{FB754547-6898-A0E2-84B4-3E7C0ED08BF8}"/>
                </a:ext>
              </a:extLst>
            </p:cNvPr>
            <p:cNvGrpSpPr/>
            <p:nvPr/>
          </p:nvGrpSpPr>
          <p:grpSpPr>
            <a:xfrm>
              <a:off x="7141599" y="4950214"/>
              <a:ext cx="2685500" cy="1346522"/>
              <a:chOff x="7141599" y="4950214"/>
              <a:chExt cx="2685500" cy="1346522"/>
            </a:xfrm>
          </p:grpSpPr>
          <p:sp>
            <p:nvSpPr>
              <p:cNvPr id="2146" name="Rectangle 136">
                <a:extLst>
                  <a:ext uri="{FF2B5EF4-FFF2-40B4-BE49-F238E27FC236}">
                    <a16:creationId xmlns:a16="http://schemas.microsoft.com/office/drawing/2014/main" id="{4F2A4988-1F25-D2E9-6CB1-3F50EFE82B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41599" y="4950214"/>
                <a:ext cx="2685500" cy="13465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defTabSz="914400">
                  <a:spcAft>
                    <a:spcPts val="600"/>
                  </a:spcAft>
                </a:pPr>
                <a:r>
                  <a:rPr lang="en-US" sz="1400" b="1">
                    <a:solidFill>
                      <a:srgbClr val="4477BC"/>
                    </a:solidFill>
                    <a:latin typeface="Grandview Display" panose="020B0502040204020203" pitchFamily="34" charset="0"/>
                  </a:rPr>
                  <a:t>Turn on/off the container</a:t>
                </a:r>
                <a:endParaRPr kumimoji="0" lang="en-US" altLang="en-CH" sz="1400" b="0" i="0" u="none" strike="noStrike" cap="none" normalizeH="0" baseline="0">
                  <a:ln>
                    <a:noFill/>
                  </a:ln>
                  <a:solidFill>
                    <a:srgbClr val="4477BC"/>
                  </a:solidFill>
                  <a:effectLst/>
                  <a:latin typeface="Grandview Display" panose="020B0502040204020203" pitchFamily="34" charset="0"/>
                  <a:ea typeface="Yu Gothic Light" panose="020B0300000000000000" pitchFamily="34" charset="-128"/>
                  <a:cs typeface="Calibri" panose="020F0502020204030204" pitchFamily="34" charset="0"/>
                </a:endParaRPr>
              </a:p>
              <a:p>
                <a:pPr marL="228600" indent="-228600" defTabSz="914400">
                  <a:spcAft>
                    <a:spcPts val="300"/>
                  </a:spcAft>
                  <a:buFont typeface="+mj-lt"/>
                  <a:buAutoNum type="arabicPeriod"/>
                </a:pPr>
                <a:r>
                  <a:rPr lang="en-US" altLang="en-CH" sz="1100">
                    <a:latin typeface="Grandview Display" panose="020B0502040204020203" pitchFamily="34" charset="0"/>
                  </a:rPr>
                  <a:t>Click on power button     </a:t>
                </a:r>
              </a:p>
              <a:p>
                <a:pPr marL="228600" indent="-228600" defTabSz="914400">
                  <a:spcAft>
                    <a:spcPts val="300"/>
                  </a:spcAft>
                  <a:buFont typeface="+mj-lt"/>
                  <a:buAutoNum type="arabicPeriod"/>
                </a:pPr>
                <a:r>
                  <a:rPr lang="en-US" altLang="en-CH" sz="1100">
                    <a:latin typeface="Grandview Display" panose="020B0502040204020203" pitchFamily="34" charset="0"/>
                  </a:rPr>
                  <a:t>A status message will show the current operational mode</a:t>
                </a:r>
              </a:p>
              <a:p>
                <a:pPr marL="228600" indent="-228600" defTabSz="914400">
                  <a:spcAft>
                    <a:spcPts val="300"/>
                  </a:spcAft>
                  <a:buFont typeface="+mj-lt"/>
                  <a:buAutoNum type="arabicPeriod"/>
                </a:pPr>
                <a:r>
                  <a:rPr lang="en-US" altLang="en-CH" sz="1100">
                    <a:latin typeface="Grandview Display" panose="020B0502040204020203" pitchFamily="34" charset="0"/>
                  </a:rPr>
                  <a:t>Confirm the command by pressing </a:t>
                </a:r>
                <a:r>
                  <a:rPr lang="en-US" altLang="en-CH" sz="1100">
                    <a:latin typeface="Grandview Display" panose="020B0502040204020203" pitchFamily="34" charset="0"/>
                    <a:sym typeface="Wingdings" panose="05000000000000000000" pitchFamily="2" charset="2"/>
                  </a:rPr>
                  <a:t></a:t>
                </a:r>
              </a:p>
              <a:p>
                <a:pPr marL="228600" indent="-228600" defTabSz="914400">
                  <a:spcAft>
                    <a:spcPts val="300"/>
                  </a:spcAft>
                  <a:buFont typeface="+mj-lt"/>
                  <a:buAutoNum type="arabicPeriod"/>
                </a:pPr>
                <a:r>
                  <a:rPr lang="en-US" altLang="en-CH" sz="1100">
                    <a:latin typeface="Grandview Display" panose="020B0502040204020203" pitchFamily="34" charset="0"/>
                    <a:sym typeface="Wingdings" panose="05000000000000000000" pitchFamily="2" charset="2"/>
                  </a:rPr>
                  <a:t>Enter the security code</a:t>
                </a:r>
              </a:p>
            </p:txBody>
          </p:sp>
          <p:pic>
            <p:nvPicPr>
              <p:cNvPr id="2182" name="Picture 15" descr="IEC5009 Standby Symbol">
                <a:extLst>
                  <a:ext uri="{FF2B5EF4-FFF2-40B4-BE49-F238E27FC236}">
                    <a16:creationId xmlns:a16="http://schemas.microsoft.com/office/drawing/2014/main" id="{EB80303E-704C-F409-AD3B-818707B7C2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32422" y="5290788"/>
                <a:ext cx="136525" cy="16033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097" name="Groupe 2096">
              <a:extLst>
                <a:ext uri="{FF2B5EF4-FFF2-40B4-BE49-F238E27FC236}">
                  <a16:creationId xmlns:a16="http://schemas.microsoft.com/office/drawing/2014/main" id="{35215FC3-1C7F-A31C-5980-F83678122ABD}"/>
                </a:ext>
              </a:extLst>
            </p:cNvPr>
            <p:cNvGrpSpPr/>
            <p:nvPr/>
          </p:nvGrpSpPr>
          <p:grpSpPr>
            <a:xfrm>
              <a:off x="4575410" y="4948258"/>
              <a:ext cx="2367255" cy="1762021"/>
              <a:chOff x="4591095" y="4876790"/>
              <a:chExt cx="2367255" cy="1762021"/>
            </a:xfrm>
          </p:grpSpPr>
          <p:sp>
            <p:nvSpPr>
              <p:cNvPr id="2140" name="Rectangle 128">
                <a:extLst>
                  <a:ext uri="{FF2B5EF4-FFF2-40B4-BE49-F238E27FC236}">
                    <a16:creationId xmlns:a16="http://schemas.microsoft.com/office/drawing/2014/main" id="{A8A899B8-774D-0F79-F7EE-C02670FA91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1095" y="4876790"/>
                <a:ext cx="2367255" cy="17620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914400">
                  <a:spcAft>
                    <a:spcPts val="600"/>
                  </a:spcAft>
                </a:pPr>
                <a:r>
                  <a:rPr lang="en-150" sz="1400" b="1">
                    <a:solidFill>
                      <a:srgbClr val="4477BC"/>
                    </a:solidFill>
                    <a:latin typeface="Grandview Display" panose="020B0502040204020203" pitchFamily="34" charset="0"/>
                  </a:rPr>
                  <a:t>Temperature</a:t>
                </a:r>
                <a:r>
                  <a:rPr lang="fr-CH" sz="1400" b="1">
                    <a:solidFill>
                      <a:srgbClr val="4477BC"/>
                    </a:solidFill>
                    <a:latin typeface="Grandview Display" panose="020B0502040204020203" pitchFamily="34" charset="0"/>
                  </a:rPr>
                  <a:t> setting</a:t>
                </a:r>
                <a:endParaRPr lang="en-CH" sz="1400" b="1">
                  <a:solidFill>
                    <a:srgbClr val="4477BC"/>
                  </a:solidFill>
                  <a:latin typeface="Grandview Display" panose="020B0502040204020203" pitchFamily="34" charset="0"/>
                </a:endParaRPr>
              </a:p>
              <a:p>
                <a:pPr marL="228600" marR="0" lvl="0" indent="-2286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300"/>
                  </a:spcAft>
                  <a:buClrTx/>
                  <a:buSzTx/>
                  <a:buFont typeface="+mj-lt"/>
                  <a:buAutoNum type="arabicPeriod"/>
                  <a:tabLst/>
                </a:pPr>
                <a:r>
                  <a:rPr lang="en-US" altLang="en-CH" sz="1100">
                    <a:latin typeface="Grandview Display" panose="020B0502040204020203" pitchFamily="34" charset="0"/>
                  </a:rPr>
                  <a:t>Click on settings button      </a:t>
                </a:r>
              </a:p>
              <a:p>
                <a:pPr marL="228600" marR="0" lvl="0" indent="-2286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300"/>
                  </a:spcAft>
                  <a:buClrTx/>
                  <a:buSzTx/>
                  <a:buFont typeface="+mj-lt"/>
                  <a:buAutoNum type="arabicPeriod"/>
                  <a:tabLst/>
                </a:pPr>
                <a:r>
                  <a:rPr lang="en-US" altLang="en-CH" sz="1100">
                    <a:latin typeface="Grandview Display" panose="020B0502040204020203" pitchFamily="34" charset="0"/>
                  </a:rPr>
                  <a:t>Click on unit to switch between °C and °F</a:t>
                </a:r>
              </a:p>
              <a:p>
                <a:pPr marL="228600" marR="0" lvl="0" indent="-2286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300"/>
                  </a:spcAft>
                  <a:buClrTx/>
                  <a:buSzTx/>
                  <a:buFont typeface="+mj-lt"/>
                  <a:buAutoNum type="arabicPeriod"/>
                  <a:tabLst/>
                </a:pPr>
                <a:r>
                  <a:rPr lang="en-US" altLang="en-CH" sz="1100">
                    <a:latin typeface="Grandview Display" panose="020B0502040204020203" pitchFamily="34" charset="0"/>
                  </a:rPr>
                  <a:t>Click on temperature set point</a:t>
                </a:r>
              </a:p>
              <a:p>
                <a:pPr marL="228600" marR="0" lvl="0" indent="-2286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300"/>
                  </a:spcAft>
                  <a:buClrTx/>
                  <a:buSzTx/>
                  <a:buFont typeface="+mj-lt"/>
                  <a:buAutoNum type="arabicPeriod"/>
                  <a:tabLst/>
                </a:pPr>
                <a:r>
                  <a:rPr lang="en-US" altLang="en-CH" sz="1100">
                    <a:latin typeface="Grandview Display" panose="020B0502040204020203" pitchFamily="34" charset="0"/>
                  </a:rPr>
                  <a:t>Enter the security code</a:t>
                </a:r>
              </a:p>
              <a:p>
                <a:pPr marL="228600" marR="0" lvl="0" indent="-2286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300"/>
                  </a:spcAft>
                  <a:buClrTx/>
                  <a:buSzTx/>
                  <a:buFont typeface="+mj-lt"/>
                  <a:buAutoNum type="arabicPeriod"/>
                  <a:tabLst/>
                </a:pPr>
                <a:r>
                  <a:rPr lang="en-US" altLang="en-CH" sz="1100">
                    <a:latin typeface="Grandview Display" panose="020B0502040204020203" pitchFamily="34" charset="0"/>
                  </a:rPr>
                  <a:t>Enter the temperature set point</a:t>
                </a:r>
              </a:p>
              <a:p>
                <a:pPr marL="228600" marR="0" lvl="0" indent="-2286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300"/>
                  </a:spcAft>
                  <a:buClrTx/>
                  <a:buSzTx/>
                  <a:buFont typeface="+mj-lt"/>
                  <a:buAutoNum type="arabicPeriod"/>
                  <a:tabLst/>
                </a:pPr>
                <a:r>
                  <a:rPr lang="en-US" altLang="en-CH" sz="1100">
                    <a:latin typeface="Grandview Display" panose="020B0502040204020203" pitchFamily="34" charset="0"/>
                  </a:rPr>
                  <a:t>Validate by pressing </a:t>
                </a:r>
                <a:r>
                  <a:rPr lang="en-US" altLang="en-CH" sz="1100">
                    <a:latin typeface="Grandview Display" panose="020B0502040204020203" pitchFamily="34" charset="0"/>
                    <a:sym typeface="Wingdings" panose="05000000000000000000" pitchFamily="2" charset="2"/>
                  </a:rPr>
                  <a:t></a:t>
                </a:r>
                <a:endParaRPr lang="en-US" altLang="en-CH" sz="1100">
                  <a:latin typeface="Grandview Display" panose="020B0502040204020203" pitchFamily="34" charset="0"/>
                </a:endParaRPr>
              </a:p>
            </p:txBody>
          </p:sp>
          <p:pic>
            <p:nvPicPr>
              <p:cNvPr id="26" name="Picture 25" descr="Shape&#10;&#10;Description automatically generated with low confidence">
                <a:extLst>
                  <a:ext uri="{FF2B5EF4-FFF2-40B4-BE49-F238E27FC236}">
                    <a16:creationId xmlns:a16="http://schemas.microsoft.com/office/drawing/2014/main" id="{9B8D2BF8-6735-A594-BA63-1A16D38A76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6390187" y="5230467"/>
                <a:ext cx="169545" cy="16954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0741BE6-2668-5651-5F87-BCD33E0A851F}"/>
              </a:ext>
            </a:extLst>
          </p:cNvPr>
          <p:cNvSpPr txBox="1"/>
          <p:nvPr/>
        </p:nvSpPr>
        <p:spPr>
          <a:xfrm>
            <a:off x="211438" y="145663"/>
            <a:ext cx="2762292" cy="61555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4477BC"/>
                </a:solidFill>
                <a:latin typeface="Grandview Display" panose="020B0502040204020203" pitchFamily="34" charset="0"/>
              </a:rPr>
              <a:t>RKN Quick User Guide</a:t>
            </a:r>
          </a:p>
          <a:p>
            <a:r>
              <a:rPr lang="en-US" sz="1600" dirty="0">
                <a:solidFill>
                  <a:srgbClr val="4477BC"/>
                </a:solidFill>
                <a:latin typeface="Grandview Display" panose="020B0502040204020203" pitchFamily="34" charset="0"/>
              </a:rPr>
              <a:t>0120-OT-C90d-002-B</a:t>
            </a:r>
          </a:p>
        </p:txBody>
      </p:sp>
      <p:pic>
        <p:nvPicPr>
          <p:cNvPr id="35" name="Picture 3" descr="Icon&#10;&#10;Description automatically generated">
            <a:extLst>
              <a:ext uri="{FF2B5EF4-FFF2-40B4-BE49-F238E27FC236}">
                <a16:creationId xmlns:a16="http://schemas.microsoft.com/office/drawing/2014/main" id="{C671EE5D-C35A-DCB1-83D6-A9C01F0EF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357" y="2537880"/>
            <a:ext cx="216535" cy="216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5" descr="Icon&#10;&#10;Description automatically generated">
            <a:extLst>
              <a:ext uri="{FF2B5EF4-FFF2-40B4-BE49-F238E27FC236}">
                <a16:creationId xmlns:a16="http://schemas.microsoft.com/office/drawing/2014/main" id="{B2F4FF4E-A136-DF7A-328B-5C2BD59A85A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935" y="5954540"/>
            <a:ext cx="255270" cy="25527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402E565D-1ACA-1E0D-CAC4-61C0C15A4127}"/>
              </a:ext>
            </a:extLst>
          </p:cNvPr>
          <p:cNvSpPr/>
          <p:nvPr/>
        </p:nvSpPr>
        <p:spPr>
          <a:xfrm>
            <a:off x="125834" y="138418"/>
            <a:ext cx="9638951" cy="6589554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F042EB-2BD1-1AE3-EE76-7EB40E07E504}"/>
              </a:ext>
            </a:extLst>
          </p:cNvPr>
          <p:cNvCxnSpPr>
            <a:cxnSpLocks/>
          </p:cNvCxnSpPr>
          <p:nvPr/>
        </p:nvCxnSpPr>
        <p:spPr>
          <a:xfrm>
            <a:off x="4488037" y="138418"/>
            <a:ext cx="0" cy="6589554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2AE794-7CE2-261C-11BF-6821C844C889}"/>
              </a:ext>
            </a:extLst>
          </p:cNvPr>
          <p:cNvCxnSpPr>
            <a:cxnSpLocks/>
          </p:cNvCxnSpPr>
          <p:nvPr/>
        </p:nvCxnSpPr>
        <p:spPr>
          <a:xfrm flipV="1">
            <a:off x="123825" y="2081405"/>
            <a:ext cx="9640960" cy="11009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AB0D3B7-B922-A026-8DD7-2EE026F849AD}"/>
              </a:ext>
            </a:extLst>
          </p:cNvPr>
          <p:cNvCxnSpPr>
            <a:cxnSpLocks/>
          </p:cNvCxnSpPr>
          <p:nvPr/>
        </p:nvCxnSpPr>
        <p:spPr>
          <a:xfrm>
            <a:off x="7962477" y="134223"/>
            <a:ext cx="0" cy="1958191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8A68B8F-B202-25AF-A1CA-09574FD19E12}"/>
              </a:ext>
            </a:extLst>
          </p:cNvPr>
          <p:cNvGrpSpPr/>
          <p:nvPr/>
        </p:nvGrpSpPr>
        <p:grpSpPr>
          <a:xfrm>
            <a:off x="4673369" y="2454093"/>
            <a:ext cx="5103846" cy="2133220"/>
            <a:chOff x="2659880" y="2465300"/>
            <a:chExt cx="5103846" cy="2133220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25F84EB4-D20A-A22F-6BE2-1DA2EACC9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128260" y="2838227"/>
              <a:ext cx="1879008" cy="1181543"/>
            </a:xfrm>
            <a:prstGeom prst="rect">
              <a:avLst/>
            </a:prstGeom>
          </p:spPr>
        </p:pic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4333D16D-7A49-EE26-2112-4700ECAC9325}"/>
                </a:ext>
              </a:extLst>
            </p:cNvPr>
            <p:cNvGrpSpPr/>
            <p:nvPr/>
          </p:nvGrpSpPr>
          <p:grpSpPr>
            <a:xfrm>
              <a:off x="2659880" y="2465300"/>
              <a:ext cx="5103846" cy="2133220"/>
              <a:chOff x="2659880" y="2465300"/>
              <a:chExt cx="5103846" cy="2133220"/>
            </a:xfrm>
          </p:grpSpPr>
          <p:pic>
            <p:nvPicPr>
              <p:cNvPr id="63" name="Picture 62" descr="A white rectangular object with a black screen&#10;&#10;Description automatically generated">
                <a:extLst>
                  <a:ext uri="{FF2B5EF4-FFF2-40B4-BE49-F238E27FC236}">
                    <a16:creationId xmlns:a16="http://schemas.microsoft.com/office/drawing/2014/main" id="{E6DC8373-A039-6F35-5604-9FDD25D0B04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1" t="1666" b="2963"/>
              <a:stretch/>
            </p:blipFill>
            <p:spPr>
              <a:xfrm>
                <a:off x="2659880" y="2867654"/>
                <a:ext cx="1575834" cy="1122691"/>
              </a:xfrm>
              <a:prstGeom prst="rect">
                <a:avLst/>
              </a:prstGeom>
            </p:spPr>
          </p:pic>
          <p:cxnSp>
            <p:nvCxnSpPr>
              <p:cNvPr id="2048" name="Straight Connector 2047">
                <a:extLst>
                  <a:ext uri="{FF2B5EF4-FFF2-40B4-BE49-F238E27FC236}">
                    <a16:creationId xmlns:a16="http://schemas.microsoft.com/office/drawing/2014/main" id="{4E0FB405-D948-1219-1CC7-FBA5389239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00488" y="2838227"/>
                <a:ext cx="1227772" cy="295498"/>
              </a:xfrm>
              <a:prstGeom prst="line">
                <a:avLst/>
              </a:prstGeom>
              <a:ln w="9525">
                <a:solidFill>
                  <a:srgbClr val="4477BC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9" name="Straight Connector 2048">
                <a:extLst>
                  <a:ext uri="{FF2B5EF4-FFF2-40B4-BE49-F238E27FC236}">
                    <a16:creationId xmlns:a16="http://schemas.microsoft.com/office/drawing/2014/main" id="{FEA8D787-74A8-344D-D3E7-09CAE6F424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0488" y="3753922"/>
                <a:ext cx="1227772" cy="265848"/>
              </a:xfrm>
              <a:prstGeom prst="line">
                <a:avLst/>
              </a:prstGeom>
              <a:ln w="9525">
                <a:solidFill>
                  <a:srgbClr val="4477BC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1" name="Straight Connector 2050">
                <a:extLst>
                  <a:ext uri="{FF2B5EF4-FFF2-40B4-BE49-F238E27FC236}">
                    <a16:creationId xmlns:a16="http://schemas.microsoft.com/office/drawing/2014/main" id="{260BC3F0-5A30-A321-9D03-FF0F84B1E3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85808" y="2824747"/>
                <a:ext cx="143913" cy="338405"/>
              </a:xfrm>
              <a:prstGeom prst="line">
                <a:avLst/>
              </a:prstGeom>
              <a:ln w="9525">
                <a:solidFill>
                  <a:srgbClr val="4477BC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52" name="Text Box 37">
                <a:extLst>
                  <a:ext uri="{FF2B5EF4-FFF2-40B4-BE49-F238E27FC236}">
                    <a16:creationId xmlns:a16="http://schemas.microsoft.com/office/drawing/2014/main" id="{5E98354D-180E-F58D-ADEA-BC45A553E7B7}"/>
                  </a:ext>
                </a:extLst>
              </p:cNvPr>
              <p:cNvSpPr txBox="1"/>
              <p:nvPr/>
            </p:nvSpPr>
            <p:spPr>
              <a:xfrm>
                <a:off x="2849837" y="2629382"/>
                <a:ext cx="641793" cy="2139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74295" tIns="37148" rIns="74295" bIns="37148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800" b="1">
                    <a:solidFill>
                      <a:srgbClr val="3264AE"/>
                    </a:solidFill>
                    <a:latin typeface="Grandview Display" panose="020B0502040204020203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Alarm LED</a:t>
                </a:r>
                <a:endParaRPr lang="en-CH" sz="800">
                  <a:latin typeface="Grandview Display" panose="020B0502040204020203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2053" name="Straight Connector 2052">
                <a:extLst>
                  <a:ext uri="{FF2B5EF4-FFF2-40B4-BE49-F238E27FC236}">
                    <a16:creationId xmlns:a16="http://schemas.microsoft.com/office/drawing/2014/main" id="{9EDF9A31-66D3-ADA6-1A27-2D94C65E00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73692" y="3734202"/>
                <a:ext cx="156029" cy="380456"/>
              </a:xfrm>
              <a:prstGeom prst="line">
                <a:avLst/>
              </a:prstGeom>
              <a:ln w="9525">
                <a:solidFill>
                  <a:srgbClr val="4477BC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54" name="Text Box 37">
                <a:extLst>
                  <a:ext uri="{FF2B5EF4-FFF2-40B4-BE49-F238E27FC236}">
                    <a16:creationId xmlns:a16="http://schemas.microsoft.com/office/drawing/2014/main" id="{E8E39FD4-1983-A3E4-AB6C-20DEA2C20F92}"/>
                  </a:ext>
                </a:extLst>
              </p:cNvPr>
              <p:cNvSpPr txBox="1"/>
              <p:nvPr/>
            </p:nvSpPr>
            <p:spPr>
              <a:xfrm>
                <a:off x="2744864" y="4096599"/>
                <a:ext cx="1031683" cy="2139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74295" tIns="37148" rIns="74295" bIns="37148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800" b="1">
                    <a:solidFill>
                      <a:srgbClr val="3264AE"/>
                    </a:solidFill>
                    <a:latin typeface="Grandview Display" panose="020B0502040204020203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Connectivity switch</a:t>
                </a:r>
                <a:endParaRPr lang="en-CH" sz="800">
                  <a:latin typeface="Grandview Display" panose="020B0502040204020203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55" name="Right Brace 2054">
                <a:extLst>
                  <a:ext uri="{FF2B5EF4-FFF2-40B4-BE49-F238E27FC236}">
                    <a16:creationId xmlns:a16="http://schemas.microsoft.com/office/drawing/2014/main" id="{E12A541A-C1E2-F9BA-4CFF-D5EA833CDB67}"/>
                  </a:ext>
                </a:extLst>
              </p:cNvPr>
              <p:cNvSpPr/>
              <p:nvPr/>
            </p:nvSpPr>
            <p:spPr>
              <a:xfrm>
                <a:off x="4090976" y="3163152"/>
                <a:ext cx="285722" cy="540764"/>
              </a:xfrm>
              <a:prstGeom prst="rightBrace">
                <a:avLst>
                  <a:gd name="adj1" fmla="val 8333"/>
                  <a:gd name="adj2" fmla="val 17590"/>
                </a:avLst>
              </a:prstGeom>
              <a:ln w="9525">
                <a:solidFill>
                  <a:srgbClr val="4477B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150"/>
              </a:p>
            </p:txBody>
          </p:sp>
          <p:sp>
            <p:nvSpPr>
              <p:cNvPr id="2056" name="Text Box 37">
                <a:extLst>
                  <a:ext uri="{FF2B5EF4-FFF2-40B4-BE49-F238E27FC236}">
                    <a16:creationId xmlns:a16="http://schemas.microsoft.com/office/drawing/2014/main" id="{F2185E7A-EDD2-0B3D-D30C-B09244601159}"/>
                  </a:ext>
                </a:extLst>
              </p:cNvPr>
              <p:cNvSpPr txBox="1"/>
              <p:nvPr/>
            </p:nvSpPr>
            <p:spPr>
              <a:xfrm>
                <a:off x="4352077" y="3093819"/>
                <a:ext cx="500809" cy="29549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74295" tIns="37148" rIns="74295" bIns="37148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</a:pPr>
                <a:r>
                  <a:rPr lang="en-US" sz="800" b="1">
                    <a:solidFill>
                      <a:srgbClr val="3264AE"/>
                    </a:solidFill>
                    <a:latin typeface="Grandview Display" panose="020B0502040204020203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Control buttons</a:t>
                </a:r>
                <a:endParaRPr lang="en-CH" sz="800">
                  <a:latin typeface="Grandview Display" panose="020B0502040204020203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57" name="Right Brace 2056">
                <a:extLst>
                  <a:ext uri="{FF2B5EF4-FFF2-40B4-BE49-F238E27FC236}">
                    <a16:creationId xmlns:a16="http://schemas.microsoft.com/office/drawing/2014/main" id="{C791FE1A-1105-37D8-F183-8E1D7D27C68B}"/>
                  </a:ext>
                </a:extLst>
              </p:cNvPr>
              <p:cNvSpPr/>
              <p:nvPr/>
            </p:nvSpPr>
            <p:spPr>
              <a:xfrm rot="10800000">
                <a:off x="4822407" y="2869559"/>
                <a:ext cx="285720" cy="1122690"/>
              </a:xfrm>
              <a:prstGeom prst="rightBrace">
                <a:avLst>
                  <a:gd name="adj1" fmla="val 8333"/>
                  <a:gd name="adj2" fmla="val 24209"/>
                </a:avLst>
              </a:prstGeom>
              <a:ln w="9525">
                <a:solidFill>
                  <a:srgbClr val="4477B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150"/>
              </a:p>
            </p:txBody>
          </p:sp>
          <p:sp>
            <p:nvSpPr>
              <p:cNvPr id="2058" name="Text Box 37">
                <a:extLst>
                  <a:ext uri="{FF2B5EF4-FFF2-40B4-BE49-F238E27FC236}">
                    <a16:creationId xmlns:a16="http://schemas.microsoft.com/office/drawing/2014/main" id="{824A9578-D352-0C9D-E554-F039307C5F26}"/>
                  </a:ext>
                </a:extLst>
              </p:cNvPr>
              <p:cNvSpPr txBox="1"/>
              <p:nvPr/>
            </p:nvSpPr>
            <p:spPr>
              <a:xfrm>
                <a:off x="5833035" y="2473869"/>
                <a:ext cx="748561" cy="293202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74295" tIns="37148" rIns="74295" bIns="37148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800" b="1">
                    <a:solidFill>
                      <a:srgbClr val="3264AE"/>
                    </a:solidFill>
                    <a:latin typeface="Grandview Display" panose="020B0502040204020203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Temperature </a:t>
                </a:r>
              </a:p>
              <a:p>
                <a:pPr>
                  <a:lnSpc>
                    <a:spcPct val="107000"/>
                  </a:lnSpc>
                </a:pPr>
                <a:r>
                  <a:rPr lang="en-US" sz="800" b="1">
                    <a:solidFill>
                      <a:srgbClr val="3264AE"/>
                    </a:solidFill>
                    <a:latin typeface="Grandview Display" panose="020B0502040204020203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set point</a:t>
                </a:r>
                <a:endParaRPr lang="en-CH" sz="800">
                  <a:latin typeface="Grandview Display" panose="020B0502040204020203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59" name="Text Box 37">
                <a:extLst>
                  <a:ext uri="{FF2B5EF4-FFF2-40B4-BE49-F238E27FC236}">
                    <a16:creationId xmlns:a16="http://schemas.microsoft.com/office/drawing/2014/main" id="{94475A48-4877-7B3F-FA6C-6ECAF3C14133}"/>
                  </a:ext>
                </a:extLst>
              </p:cNvPr>
              <p:cNvSpPr txBox="1"/>
              <p:nvPr/>
            </p:nvSpPr>
            <p:spPr>
              <a:xfrm>
                <a:off x="5182426" y="2474173"/>
                <a:ext cx="441960" cy="2139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74295" tIns="37148" rIns="74295" bIns="37148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800" b="1">
                    <a:solidFill>
                      <a:srgbClr val="3264AE"/>
                    </a:solidFill>
                    <a:latin typeface="Grandview Display" panose="020B0502040204020203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Status</a:t>
                </a:r>
                <a:endParaRPr lang="en-CH" sz="800">
                  <a:latin typeface="Grandview Display" panose="020B0502040204020203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60" name="Text Box 37">
                <a:extLst>
                  <a:ext uri="{FF2B5EF4-FFF2-40B4-BE49-F238E27FC236}">
                    <a16:creationId xmlns:a16="http://schemas.microsoft.com/office/drawing/2014/main" id="{3B7B32F8-87B7-5149-28B0-27B9E5B1DE78}"/>
                  </a:ext>
                </a:extLst>
              </p:cNvPr>
              <p:cNvSpPr txBox="1"/>
              <p:nvPr/>
            </p:nvSpPr>
            <p:spPr>
              <a:xfrm>
                <a:off x="6761617" y="2465300"/>
                <a:ext cx="702301" cy="2139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74295" tIns="37148" rIns="74295" bIns="37148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800" b="1">
                    <a:solidFill>
                      <a:srgbClr val="3264AE"/>
                    </a:solidFill>
                    <a:latin typeface="Grandview Display" panose="020B0502040204020203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Connectivity</a:t>
                </a:r>
                <a:endParaRPr lang="en-CH" sz="800">
                  <a:latin typeface="Grandview Display" panose="020B0502040204020203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61" name="Text Box 37">
                <a:extLst>
                  <a:ext uri="{FF2B5EF4-FFF2-40B4-BE49-F238E27FC236}">
                    <a16:creationId xmlns:a16="http://schemas.microsoft.com/office/drawing/2014/main" id="{1971034B-4F65-784E-5508-8DD4F4484BFF}"/>
                  </a:ext>
                </a:extLst>
              </p:cNvPr>
              <p:cNvSpPr txBox="1"/>
              <p:nvPr/>
            </p:nvSpPr>
            <p:spPr>
              <a:xfrm>
                <a:off x="6552460" y="4149282"/>
                <a:ext cx="795867" cy="2139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74295" tIns="37148" rIns="74295" bIns="37148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800" b="1">
                    <a:solidFill>
                      <a:srgbClr val="3264AE"/>
                    </a:solidFill>
                    <a:latin typeface="Grandview Display" panose="020B0502040204020203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Battery status</a:t>
                </a:r>
                <a:endParaRPr lang="en-CH" sz="800">
                  <a:latin typeface="Grandview Display" panose="020B0502040204020203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62" name="Text Box 37">
                <a:extLst>
                  <a:ext uri="{FF2B5EF4-FFF2-40B4-BE49-F238E27FC236}">
                    <a16:creationId xmlns:a16="http://schemas.microsoft.com/office/drawing/2014/main" id="{4DC68C31-B3CE-EF42-B163-46D5EBF11702}"/>
                  </a:ext>
                </a:extLst>
              </p:cNvPr>
              <p:cNvSpPr txBox="1"/>
              <p:nvPr/>
            </p:nvSpPr>
            <p:spPr>
              <a:xfrm>
                <a:off x="4359360" y="3562497"/>
                <a:ext cx="500809" cy="29549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74295" tIns="37148" rIns="74295" bIns="37148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</a:pPr>
                <a:r>
                  <a:rPr lang="en-US" sz="800" b="1">
                    <a:solidFill>
                      <a:srgbClr val="3264AE"/>
                    </a:solidFill>
                    <a:latin typeface="Grandview Display" panose="020B0502040204020203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Menu buttons</a:t>
                </a:r>
                <a:endParaRPr lang="en-CH" sz="800">
                  <a:latin typeface="Grandview Display" panose="020B0502040204020203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63" name="Right Brace 2062">
                <a:extLst>
                  <a:ext uri="{FF2B5EF4-FFF2-40B4-BE49-F238E27FC236}">
                    <a16:creationId xmlns:a16="http://schemas.microsoft.com/office/drawing/2014/main" id="{7248B698-F339-310D-E7E1-F7961368E76B}"/>
                  </a:ext>
                </a:extLst>
              </p:cNvPr>
              <p:cNvSpPr/>
              <p:nvPr/>
            </p:nvSpPr>
            <p:spPr>
              <a:xfrm>
                <a:off x="7037956" y="2867653"/>
                <a:ext cx="285720" cy="1122690"/>
              </a:xfrm>
              <a:prstGeom prst="rightBrace">
                <a:avLst>
                  <a:gd name="adj1" fmla="val 8333"/>
                  <a:gd name="adj2" fmla="val 47964"/>
                </a:avLst>
              </a:prstGeom>
              <a:ln w="9525">
                <a:solidFill>
                  <a:srgbClr val="4477B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150"/>
              </a:p>
            </p:txBody>
          </p:sp>
          <p:sp>
            <p:nvSpPr>
              <p:cNvPr id="2064" name="Text Box 37">
                <a:extLst>
                  <a:ext uri="{FF2B5EF4-FFF2-40B4-BE49-F238E27FC236}">
                    <a16:creationId xmlns:a16="http://schemas.microsoft.com/office/drawing/2014/main" id="{59225633-61B7-48C3-89D7-E120E1CF70F7}"/>
                  </a:ext>
                </a:extLst>
              </p:cNvPr>
              <p:cNvSpPr txBox="1"/>
              <p:nvPr/>
            </p:nvSpPr>
            <p:spPr>
              <a:xfrm>
                <a:off x="7262917" y="3245525"/>
                <a:ext cx="500809" cy="29549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74295" tIns="37148" rIns="74295" bIns="37148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</a:pPr>
                <a:r>
                  <a:rPr lang="en-US" sz="800" b="1">
                    <a:solidFill>
                      <a:srgbClr val="3264AE"/>
                    </a:solidFill>
                    <a:latin typeface="Grandview Display" panose="020B0502040204020203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Control buttons</a:t>
                </a:r>
                <a:endParaRPr lang="en-CH" sz="800">
                  <a:latin typeface="Grandview Display" panose="020B0502040204020203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65" name="Text Box 37">
                <a:extLst>
                  <a:ext uri="{FF2B5EF4-FFF2-40B4-BE49-F238E27FC236}">
                    <a16:creationId xmlns:a16="http://schemas.microsoft.com/office/drawing/2014/main" id="{7A52ADA2-FC8E-83B9-6AC6-02F661D11F91}"/>
                  </a:ext>
                </a:extLst>
              </p:cNvPr>
              <p:cNvSpPr txBox="1"/>
              <p:nvPr/>
            </p:nvSpPr>
            <p:spPr>
              <a:xfrm>
                <a:off x="4917948" y="4152070"/>
                <a:ext cx="865538" cy="329006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74295" tIns="37148" rIns="74295" bIns="37148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800" b="1">
                    <a:solidFill>
                      <a:srgbClr val="3264AE"/>
                    </a:solidFill>
                    <a:latin typeface="Grandview Display" panose="020B0502040204020203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Internal </a:t>
                </a:r>
              </a:p>
              <a:p>
                <a:pPr>
                  <a:lnSpc>
                    <a:spcPct val="107000"/>
                  </a:lnSpc>
                </a:pPr>
                <a:r>
                  <a:rPr lang="en-US" sz="800" b="1">
                    <a:solidFill>
                      <a:srgbClr val="3264AE"/>
                    </a:solidFill>
                    <a:latin typeface="Grandview Display" panose="020B0502040204020203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temperature</a:t>
                </a:r>
                <a:endParaRPr lang="en-CH" sz="800">
                  <a:latin typeface="Grandview Display" panose="020B0502040204020203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66" name="Text Box 37">
                <a:extLst>
                  <a:ext uri="{FF2B5EF4-FFF2-40B4-BE49-F238E27FC236}">
                    <a16:creationId xmlns:a16="http://schemas.microsoft.com/office/drawing/2014/main" id="{60A41254-AC50-2D2B-169F-80F86D492228}"/>
                  </a:ext>
                </a:extLst>
              </p:cNvPr>
              <p:cNvSpPr txBox="1"/>
              <p:nvPr/>
            </p:nvSpPr>
            <p:spPr>
              <a:xfrm>
                <a:off x="5729220" y="4142984"/>
                <a:ext cx="865538" cy="455536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74295" tIns="37148" rIns="74295" bIns="37148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800" b="1">
                    <a:solidFill>
                      <a:srgbClr val="3264AE"/>
                    </a:solidFill>
                    <a:latin typeface="Grandview Display" panose="020B0502040204020203" pitchFamily="34" charset="0"/>
                    <a:cs typeface="Calibri" panose="020F0502020204030204" pitchFamily="34" charset="0"/>
                  </a:rPr>
                  <a:t>Messages, alerts, alarms… </a:t>
                </a:r>
                <a:endParaRPr lang="en-CH" sz="800" b="1">
                  <a:solidFill>
                    <a:srgbClr val="3264AE"/>
                  </a:solidFill>
                  <a:latin typeface="Grandview Display" panose="020B0502040204020203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2067" name="Straight Connector 2066">
                <a:extLst>
                  <a:ext uri="{FF2B5EF4-FFF2-40B4-BE49-F238E27FC236}">
                    <a16:creationId xmlns:a16="http://schemas.microsoft.com/office/drawing/2014/main" id="{7D8F4F28-31B3-6A56-13B7-B49A60619879}"/>
                  </a:ext>
                </a:extLst>
              </p:cNvPr>
              <p:cNvCxnSpPr>
                <a:cxnSpLocks/>
                <a:stCxn id="2059" idx="2"/>
              </p:cNvCxnSpPr>
              <p:nvPr/>
            </p:nvCxnSpPr>
            <p:spPr>
              <a:xfrm>
                <a:off x="5403406" y="2688161"/>
                <a:ext cx="150429" cy="202528"/>
              </a:xfrm>
              <a:prstGeom prst="line">
                <a:avLst/>
              </a:prstGeom>
              <a:ln w="9525">
                <a:solidFill>
                  <a:srgbClr val="4477BC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8" name="Straight Connector 2067">
                <a:extLst>
                  <a:ext uri="{FF2B5EF4-FFF2-40B4-BE49-F238E27FC236}">
                    <a16:creationId xmlns:a16="http://schemas.microsoft.com/office/drawing/2014/main" id="{D982C27C-482D-DA03-13F1-CCBDC5C4F16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89933" y="2779584"/>
                <a:ext cx="230873" cy="231092"/>
              </a:xfrm>
              <a:prstGeom prst="line">
                <a:avLst/>
              </a:prstGeom>
              <a:ln w="9525">
                <a:solidFill>
                  <a:srgbClr val="4477BC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9" name="Straight Connector 2068">
                <a:extLst>
                  <a:ext uri="{FF2B5EF4-FFF2-40B4-BE49-F238E27FC236}">
                    <a16:creationId xmlns:a16="http://schemas.microsoft.com/office/drawing/2014/main" id="{7CB53917-1C8E-F9F0-F34F-4119BD6D81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82479" y="2650214"/>
                <a:ext cx="326798" cy="311021"/>
              </a:xfrm>
              <a:prstGeom prst="line">
                <a:avLst/>
              </a:prstGeom>
              <a:ln w="9525">
                <a:solidFill>
                  <a:srgbClr val="4477BC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0" name="Straight Connector 2069">
                <a:extLst>
                  <a:ext uri="{FF2B5EF4-FFF2-40B4-BE49-F238E27FC236}">
                    <a16:creationId xmlns:a16="http://schemas.microsoft.com/office/drawing/2014/main" id="{32578100-CC4E-4168-13E9-1CECDAF27BED}"/>
                  </a:ext>
                </a:extLst>
              </p:cNvPr>
              <p:cNvCxnSpPr>
                <a:cxnSpLocks/>
                <a:stCxn id="2061" idx="0"/>
              </p:cNvCxnSpPr>
              <p:nvPr/>
            </p:nvCxnSpPr>
            <p:spPr>
              <a:xfrm flipH="1" flipV="1">
                <a:off x="6452225" y="3370217"/>
                <a:ext cx="498169" cy="779065"/>
              </a:xfrm>
              <a:prstGeom prst="line">
                <a:avLst/>
              </a:prstGeom>
              <a:ln w="9525">
                <a:solidFill>
                  <a:srgbClr val="4477BC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1" name="Straight Connector 2070">
                <a:extLst>
                  <a:ext uri="{FF2B5EF4-FFF2-40B4-BE49-F238E27FC236}">
                    <a16:creationId xmlns:a16="http://schemas.microsoft.com/office/drawing/2014/main" id="{70CA037C-F55C-C5EE-04BF-6B3EF6381A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08549" y="3501644"/>
                <a:ext cx="89737" cy="641340"/>
              </a:xfrm>
              <a:prstGeom prst="line">
                <a:avLst/>
              </a:prstGeom>
              <a:ln w="9525">
                <a:solidFill>
                  <a:srgbClr val="4477BC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2" name="Straight Connector 2071">
                <a:extLst>
                  <a:ext uri="{FF2B5EF4-FFF2-40B4-BE49-F238E27FC236}">
                    <a16:creationId xmlns:a16="http://schemas.microsoft.com/office/drawing/2014/main" id="{6D3AFD7B-AD86-8434-33B0-697E1F3A6F8D}"/>
                  </a:ext>
                </a:extLst>
              </p:cNvPr>
              <p:cNvCxnSpPr>
                <a:cxnSpLocks/>
                <a:stCxn id="2065" idx="0"/>
              </p:cNvCxnSpPr>
              <p:nvPr/>
            </p:nvCxnSpPr>
            <p:spPr>
              <a:xfrm flipV="1">
                <a:off x="5350717" y="3410326"/>
                <a:ext cx="296717" cy="741744"/>
              </a:xfrm>
              <a:prstGeom prst="line">
                <a:avLst/>
              </a:prstGeom>
              <a:ln w="9525">
                <a:solidFill>
                  <a:srgbClr val="4477BC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2" name="Image 41">
            <a:extLst>
              <a:ext uri="{FF2B5EF4-FFF2-40B4-BE49-F238E27FC236}">
                <a16:creationId xmlns:a16="http://schemas.microsoft.com/office/drawing/2014/main" id="{76BE2D6F-B640-259B-488B-63AA4BA4F42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1891" y="4288191"/>
            <a:ext cx="2978987" cy="1566390"/>
          </a:xfrm>
          <a:prstGeom prst="rect">
            <a:avLst/>
          </a:prstGeom>
          <a:ln w="3175">
            <a:solidFill>
              <a:schemeClr val="accent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262551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4">
            <a:extLst>
              <a:ext uri="{FF2B5EF4-FFF2-40B4-BE49-F238E27FC236}">
                <a16:creationId xmlns:a16="http://schemas.microsoft.com/office/drawing/2014/main" id="{81FDFF05-1A3B-3118-4164-EF2183D1A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1405" y="4019261"/>
            <a:ext cx="336101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CH" b="1" i="0" u="none" strike="noStrike" normalizeH="0">
                <a:ln>
                  <a:noFill/>
                </a:ln>
                <a:solidFill>
                  <a:srgbClr val="4477BC"/>
                </a:solidFill>
                <a:effectLst/>
                <a:latin typeface="Grandview Display" panose="020B0502040204020203" pitchFamily="34" charset="0"/>
                <a:ea typeface="Yu Gothic Light" panose="020B0300000000000000" pitchFamily="34" charset="-128"/>
                <a:cs typeface="Calibri" panose="020F0502020204030204" pitchFamily="34" charset="0"/>
              </a:rPr>
              <a:t>Technical specification</a:t>
            </a:r>
          </a:p>
        </p:txBody>
      </p:sp>
      <p:sp>
        <p:nvSpPr>
          <p:cNvPr id="32" name="Rectangle 32">
            <a:extLst>
              <a:ext uri="{FF2B5EF4-FFF2-40B4-BE49-F238E27FC236}">
                <a16:creationId xmlns:a16="http://schemas.microsoft.com/office/drawing/2014/main" id="{D9F2BDDA-B768-AF82-BA18-3BF2F3D62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316" y="2582614"/>
            <a:ext cx="2855221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US" altLang="en-CH" sz="1100" dirty="0">
                <a:latin typeface="Grandview Display" panose="020B0502040204020203" pitchFamily="34" charset="0"/>
                <a:ea typeface="Yu Gothic Light" panose="020B0300000000000000" pitchFamily="34" charset="-128"/>
                <a:cs typeface="Calibri" panose="020F0502020204030204" pitchFamily="34" charset="0"/>
              </a:rPr>
              <a:t>       </a:t>
            </a:r>
            <a:r>
              <a:rPr kumimoji="0" lang="en-US" altLang="en-CH" sz="1100" b="1" i="0" u="none" strike="noStrike" cap="none" normalizeH="0" baseline="0" dirty="0">
                <a:ln>
                  <a:noFill/>
                </a:ln>
                <a:effectLst/>
                <a:latin typeface="Grandview Display" panose="020B0502040204020203" pitchFamily="34" charset="0"/>
                <a:ea typeface="Yu Gothic Light" panose="020B0300000000000000" pitchFamily="34" charset="-128"/>
                <a:cs typeface="Calibri" panose="020F0502020204030204" pitchFamily="34" charset="0"/>
              </a:rPr>
              <a:t>CAUTION! </a:t>
            </a:r>
            <a:endParaRPr kumimoji="0" lang="en-US" altLang="en-CH" sz="600" b="0" i="0" u="none" strike="noStrike" cap="none" normalizeH="0" baseline="0" dirty="0">
              <a:ln>
                <a:noFill/>
              </a:ln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CH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randview Display" panose="020B0502040204020203" pitchFamily="34" charset="0"/>
                <a:ea typeface="Yu Gothic Light" panose="020B0300000000000000" pitchFamily="34" charset="-128"/>
                <a:cs typeface="Calibri" panose="020F0502020204030204" pitchFamily="34" charset="0"/>
              </a:rPr>
              <a:t>The connectivity switch </a:t>
            </a:r>
            <a:r>
              <a:rPr kumimoji="0" lang="en-US" altLang="en-CH" sz="11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randview Display" panose="020B0502040204020203" pitchFamily="34" charset="0"/>
                <a:ea typeface="Yu Gothic Light" panose="020B0300000000000000" pitchFamily="34" charset="-128"/>
                <a:cs typeface="Calibri" panose="020F0502020204030204" pitchFamily="34" charset="0"/>
              </a:rPr>
              <a:t>must be set to </a:t>
            </a:r>
            <a:r>
              <a:rPr lang="en-US" altLang="en-CH" sz="1100" b="1" u="sng" dirty="0">
                <a:latin typeface="Grandview Display" panose="020B0502040204020203" pitchFamily="34" charset="0"/>
                <a:ea typeface="Yu Gothic Light" panose="020B0300000000000000" pitchFamily="34" charset="-128"/>
                <a:cs typeface="Calibri" panose="020F0502020204030204" pitchFamily="34" charset="0"/>
              </a:rPr>
              <a:t>OFF</a:t>
            </a:r>
            <a:r>
              <a:rPr kumimoji="0" lang="en-US" altLang="en-CH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randview Display" panose="020B0502040204020203" pitchFamily="34" charset="0"/>
                <a:ea typeface="Yu Gothic Light" panose="020B0300000000000000" pitchFamily="34" charset="-128"/>
                <a:cs typeface="Calibri" panose="020F0502020204030204" pitchFamily="34" charset="0"/>
              </a:rPr>
              <a:t> before the container is loaded </a:t>
            </a:r>
            <a:r>
              <a:rPr lang="en-US" altLang="en-CH" sz="1100" dirty="0">
                <a:latin typeface="Grandview Display" panose="020B0502040204020203" pitchFamily="34" charset="0"/>
                <a:ea typeface="Yu Gothic Light" panose="020B0300000000000000" pitchFamily="34" charset="-128"/>
                <a:cs typeface="Calibri" panose="020F0502020204030204" pitchFamily="34" charset="0"/>
              </a:rPr>
              <a:t>in</a:t>
            </a:r>
            <a:r>
              <a:rPr kumimoji="0" lang="en-US" altLang="en-CH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randview Display" panose="020B0502040204020203" pitchFamily="34" charset="0"/>
                <a:ea typeface="Yu Gothic Light" panose="020B0300000000000000" pitchFamily="34" charset="-128"/>
                <a:cs typeface="Calibri" panose="020F0502020204030204" pitchFamily="34" charset="0"/>
              </a:rPr>
              <a:t> the plane.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CH" sz="1100" dirty="0">
                <a:latin typeface="Grandview Display" panose="020B0502040204020203" pitchFamily="34" charset="0"/>
                <a:ea typeface="Yu Gothic Light" panose="020B0300000000000000" pitchFamily="34" charset="-128"/>
                <a:cs typeface="Calibri" panose="020F0502020204030204" pitchFamily="34" charset="0"/>
              </a:rPr>
              <a:t>The connectivity switch </a:t>
            </a:r>
            <a:r>
              <a:rPr lang="en-US" altLang="en-CH" sz="1100" b="1" u="sng" dirty="0">
                <a:latin typeface="Grandview Display" panose="020B0502040204020203" pitchFamily="34" charset="0"/>
                <a:ea typeface="Yu Gothic Light" panose="020B0300000000000000" pitchFamily="34" charset="-128"/>
                <a:cs typeface="Calibri" panose="020F0502020204030204" pitchFamily="34" charset="0"/>
              </a:rPr>
              <a:t>must be set to ON</a:t>
            </a:r>
            <a:r>
              <a:rPr lang="en-US" altLang="en-CH" sz="1100" dirty="0">
                <a:latin typeface="Grandview Display" panose="020B0502040204020203" pitchFamily="34" charset="0"/>
                <a:ea typeface="Yu Gothic Light" panose="020B0300000000000000" pitchFamily="34" charset="-128"/>
                <a:cs typeface="Calibri" panose="020F0502020204030204" pitchFamily="34" charset="0"/>
              </a:rPr>
              <a:t> when the container is unloaded from the plane.</a:t>
            </a:r>
            <a:endParaRPr kumimoji="0" lang="en-US" altLang="en-CH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randview Display" panose="020B0502040204020203" pitchFamily="34" charset="0"/>
              <a:ea typeface="Yu Gothic Light" panose="020B0300000000000000" pitchFamily="34" charset="-128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CH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randview Display" panose="020B0502040204020203" pitchFamily="34" charset="0"/>
              <a:ea typeface="Yu Gothic Light" panose="020B0300000000000000" pitchFamily="34" charset="-128"/>
              <a:cs typeface="Calibri" panose="020F0502020204030204" pitchFamily="34" charset="0"/>
            </a:endParaRPr>
          </a:p>
          <a:p>
            <a:pPr defTabSz="914400">
              <a:spcAft>
                <a:spcPts val="600"/>
              </a:spcAft>
            </a:pPr>
            <a:r>
              <a:rPr lang="en-US" sz="1100" dirty="0">
                <a:latin typeface="Grandview Display"/>
                <a:ea typeface="Yu Gothic Light"/>
                <a:cs typeface="Calibri"/>
              </a:rPr>
              <a:t> </a:t>
            </a:r>
            <a:endParaRPr lang="en-US" altLang="en-CH" sz="1100" dirty="0">
              <a:latin typeface="Grandview Display" panose="020B0502040204020203" pitchFamily="34" charset="0"/>
              <a:ea typeface="Yu Gothic Light" panose="020B03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0EB32B-5837-A930-FDD1-B0416B8317E1}"/>
              </a:ext>
            </a:extLst>
          </p:cNvPr>
          <p:cNvSpPr txBox="1"/>
          <p:nvPr/>
        </p:nvSpPr>
        <p:spPr>
          <a:xfrm>
            <a:off x="5343949" y="143912"/>
            <a:ext cx="2752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4477BC"/>
                </a:solidFill>
                <a:latin typeface="Grandview Display" panose="020B0502040204020203" pitchFamily="34" charset="0"/>
              </a:rPr>
              <a:t>Before flight</a:t>
            </a:r>
            <a:endParaRPr lang="en-CH" b="1">
              <a:solidFill>
                <a:srgbClr val="4477BC"/>
              </a:solidFill>
              <a:latin typeface="Grandview Display" panose="020B0502040204020203" pitchFamily="34" charset="0"/>
            </a:endParaRPr>
          </a:p>
        </p:txBody>
      </p:sp>
      <p:pic>
        <p:nvPicPr>
          <p:cNvPr id="36" name="Picture 35" descr="Icon&#10;&#10;Description automatically generated">
            <a:extLst>
              <a:ext uri="{FF2B5EF4-FFF2-40B4-BE49-F238E27FC236}">
                <a16:creationId xmlns:a16="http://schemas.microsoft.com/office/drawing/2014/main" id="{DEA90458-F843-0004-0F89-FC23966B5C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9001" y="2592563"/>
            <a:ext cx="255270" cy="25527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Rectangle 39">
            <a:extLst>
              <a:ext uri="{FF2B5EF4-FFF2-40B4-BE49-F238E27FC236}">
                <a16:creationId xmlns:a16="http://schemas.microsoft.com/office/drawing/2014/main" id="{D1AB858E-601D-A106-BDCA-855BA8D6C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316" y="555853"/>
            <a:ext cx="4399467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4323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4323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4323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4323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4323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4323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4323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4323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4323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>
                <a:tab pos="4432300" algn="ctr"/>
              </a:tabLst>
            </a:pPr>
            <a:r>
              <a:rPr kumimoji="0" lang="en-US" altLang="en-CH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randview Display" panose="020B0502040204020203" pitchFamily="34" charset="0"/>
                <a:ea typeface="Yu Gothic Light" panose="020B0300000000000000" pitchFamily="34" charset="-128"/>
                <a:cs typeface="Calibri" panose="020F0502020204030204" pitchFamily="34" charset="0"/>
              </a:rPr>
              <a:t>Check that the battery level is 90 % or above.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>
                <a:tab pos="4432300" algn="ctr"/>
              </a:tabLst>
            </a:pPr>
            <a:r>
              <a:rPr kumimoji="0" lang="en-US" altLang="en-CH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randview Display" panose="020B0502040204020203" pitchFamily="34" charset="0"/>
                <a:ea typeface="Yu Gothic Light" panose="020B0300000000000000" pitchFamily="34" charset="-128"/>
                <a:cs typeface="Calibri" panose="020F0502020204030204" pitchFamily="34" charset="0"/>
              </a:rPr>
              <a:t>Check that internal temperature equals the temperature set point.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>
                <a:tab pos="4432300" algn="ctr"/>
              </a:tabLst>
            </a:pPr>
            <a:r>
              <a:rPr kumimoji="0" lang="en-US" altLang="en-CH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randview Display" panose="020B0502040204020203" pitchFamily="34" charset="0"/>
                <a:ea typeface="Yu Gothic Light" panose="020B0300000000000000" pitchFamily="34" charset="-128"/>
                <a:cs typeface="Calibri" panose="020F0502020204030204" pitchFamily="34" charset="0"/>
              </a:rPr>
              <a:t>Check that there is no alert or alarms.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>
                <a:tab pos="4432300" algn="ctr"/>
              </a:tabLst>
            </a:pPr>
            <a:r>
              <a:rPr kumimoji="0" lang="en-US" altLang="en-CH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randview Display" panose="020B0502040204020203" pitchFamily="34" charset="0"/>
                <a:ea typeface="Yu Gothic Light" panose="020B0300000000000000" pitchFamily="34" charset="-128"/>
                <a:cs typeface="Calibri" panose="020F0502020204030204" pitchFamily="34" charset="0"/>
              </a:rPr>
              <a:t>Check that the alarm led is off.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>
                <a:tab pos="4432300" algn="ctr"/>
              </a:tabLst>
            </a:pPr>
            <a:r>
              <a:rPr kumimoji="0" lang="en-US" altLang="en-CH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randview Display" panose="020B0502040204020203" pitchFamily="34" charset="0"/>
                <a:ea typeface="Yu Gothic Light" panose="020B0300000000000000" pitchFamily="34" charset="-128"/>
                <a:cs typeface="Calibri" panose="020F0502020204030204" pitchFamily="34" charset="0"/>
              </a:rPr>
              <a:t>Check that the door is properly closed.</a:t>
            </a:r>
          </a:p>
        </p:txBody>
      </p:sp>
      <p:pic>
        <p:nvPicPr>
          <p:cNvPr id="3110" name="Picture 3" descr="Icon&#10;&#10;Description automatically generated">
            <a:extLst>
              <a:ext uri="{FF2B5EF4-FFF2-40B4-BE49-F238E27FC236}">
                <a16:creationId xmlns:a16="http://schemas.microsoft.com/office/drawing/2014/main" id="{8AA05F61-2FFC-87AA-848D-4558FA7F4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1100" y="1590923"/>
            <a:ext cx="216535" cy="216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Rectangle 40">
            <a:extLst>
              <a:ext uri="{FF2B5EF4-FFF2-40B4-BE49-F238E27FC236}">
                <a16:creationId xmlns:a16="http://schemas.microsoft.com/office/drawing/2014/main" id="{9FC9E1AE-32DB-B328-6A37-3212D8018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3501" y="1573319"/>
            <a:ext cx="1838738" cy="8463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4323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4323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4323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4323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4323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4323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4323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4323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4323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Aft>
                <a:spcPts val="600"/>
              </a:spcAft>
              <a:tabLst/>
            </a:pPr>
            <a:r>
              <a:rPr lang="en-US" altLang="en-CH" sz="1100" b="1">
                <a:latin typeface="Grandview Display" panose="020B0502040204020203" pitchFamily="34" charset="0"/>
                <a:ea typeface="Yu Gothic Light" panose="020B0300000000000000" pitchFamily="34" charset="-128"/>
                <a:cs typeface="Calibri" panose="020F0502020204030204" pitchFamily="34" charset="0"/>
              </a:rPr>
              <a:t>       WARNING!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432300" algn="ctr"/>
              </a:tabLst>
            </a:pPr>
            <a:r>
              <a:rPr kumimoji="0" lang="en-US" altLang="en-CH" sz="11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randview Display" panose="020B0502040204020203" pitchFamily="34" charset="0"/>
                <a:ea typeface="Yu Gothic Light" panose="020B0300000000000000" pitchFamily="34" charset="-128"/>
                <a:cs typeface="Calibri" panose="020F0502020204030204" pitchFamily="34" charset="0"/>
              </a:rPr>
              <a:t>When the door is closed, make sure the </a:t>
            </a:r>
            <a:r>
              <a:rPr lang="en-US" altLang="en-CH" sz="1100">
                <a:latin typeface="Grandview Display" panose="020B0502040204020203" pitchFamily="34" charset="0"/>
                <a:ea typeface="Yu Gothic Light" panose="020B0300000000000000" pitchFamily="34" charset="-128"/>
                <a:cs typeface="Calibri" panose="020F0502020204030204" pitchFamily="34" charset="0"/>
              </a:rPr>
              <a:t>2</a:t>
            </a:r>
            <a:r>
              <a:rPr kumimoji="0" lang="en-US" altLang="en-CH" sz="11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randview Display" panose="020B0502040204020203" pitchFamily="34" charset="0"/>
                <a:ea typeface="Yu Gothic Light" panose="020B0300000000000000" pitchFamily="34" charset="-128"/>
                <a:cs typeface="Calibri" panose="020F0502020204030204" pitchFamily="34" charset="0"/>
              </a:rPr>
              <a:t> cams hooks the keepers.</a:t>
            </a:r>
            <a:endParaRPr kumimoji="0" lang="en-US" altLang="en-CH" sz="1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385497BA-1A2D-B60F-2369-87E8165B3A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2238" y="1607797"/>
            <a:ext cx="2329733" cy="740143"/>
          </a:xfrm>
          <a:prstGeom prst="rect">
            <a:avLst/>
          </a:prstGeom>
        </p:spPr>
      </p:pic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EEF9EE29-A0AB-430A-A2CE-F45CB88B2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199905"/>
              </p:ext>
            </p:extLst>
          </p:nvPr>
        </p:nvGraphicFramePr>
        <p:xfrm>
          <a:off x="5343949" y="4465015"/>
          <a:ext cx="4310272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697">
                  <a:extLst>
                    <a:ext uri="{9D8B030D-6E8A-4147-A177-3AD203B41FA5}">
                      <a16:colId xmlns:a16="http://schemas.microsoft.com/office/drawing/2014/main" val="1143715566"/>
                    </a:ext>
                  </a:extLst>
                </a:gridCol>
                <a:gridCol w="2221575">
                  <a:extLst>
                    <a:ext uri="{9D8B030D-6E8A-4147-A177-3AD203B41FA5}">
                      <a16:colId xmlns:a16="http://schemas.microsoft.com/office/drawing/2014/main" val="3306684092"/>
                    </a:ext>
                  </a:extLst>
                </a:gridCol>
              </a:tblGrid>
              <a:tr h="218113">
                <a:tc>
                  <a:txBody>
                    <a:bodyPr/>
                    <a:lstStyle/>
                    <a:p>
                      <a:r>
                        <a:rPr lang="en-US" sz="1100" b="0" kern="1200">
                          <a:solidFill>
                            <a:schemeClr val="tx1"/>
                          </a:solidFill>
                          <a:latin typeface="Grandview Display" panose="020B0502040204020203" pitchFamily="34" charset="0"/>
                          <a:ea typeface="+mn-ea"/>
                          <a:cs typeface="+mn-cs"/>
                        </a:rPr>
                        <a:t>Recharging electrical outlet</a:t>
                      </a:r>
                      <a:endParaRPr lang="en-CH" sz="1100" b="0" kern="1200">
                        <a:solidFill>
                          <a:schemeClr val="tx1"/>
                        </a:solidFill>
                        <a:latin typeface="Grandview Display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kern="1200">
                          <a:solidFill>
                            <a:schemeClr val="tx1"/>
                          </a:solidFill>
                          <a:latin typeface="Grandview Display" panose="020B0502040204020203" pitchFamily="34" charset="0"/>
                          <a:ea typeface="+mn-ea"/>
                          <a:cs typeface="+mn-cs"/>
                        </a:rPr>
                        <a:t>Grid: 100-240 VAC, 50-60 Hz </a:t>
                      </a:r>
                    </a:p>
                    <a:p>
                      <a:r>
                        <a:rPr lang="en-US" sz="1100" b="0" kern="1200">
                          <a:solidFill>
                            <a:schemeClr val="tx1"/>
                          </a:solidFill>
                          <a:latin typeface="Grandview Display" panose="020B0502040204020203" pitchFamily="34" charset="0"/>
                          <a:ea typeface="+mn-ea"/>
                          <a:cs typeface="+mn-cs"/>
                        </a:rPr>
                        <a:t>Photovoltaic panels: 480 W</a:t>
                      </a:r>
                      <a:endParaRPr lang="en-CH" sz="1100" b="0" kern="1200">
                        <a:solidFill>
                          <a:schemeClr val="tx1"/>
                        </a:solidFill>
                        <a:latin typeface="Grandview Display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470709"/>
                  </a:ext>
                </a:extLst>
              </a:tr>
              <a:tr h="251008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  <a:latin typeface="Grandview Display" panose="020B0502040204020203" pitchFamily="34" charset="0"/>
                        </a:rPr>
                        <a:t>Maximum charging time</a:t>
                      </a:r>
                      <a:endParaRPr lang="en-CH" sz="1100">
                        <a:solidFill>
                          <a:schemeClr val="tx1"/>
                        </a:solidFill>
                        <a:latin typeface="Grandview Display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  <a:latin typeface="Grandview Display" panose="020B0502040204020203" pitchFamily="34" charset="0"/>
                        </a:rPr>
                        <a:t>4 hours</a:t>
                      </a:r>
                      <a:endParaRPr lang="en-CH" sz="1100">
                        <a:solidFill>
                          <a:schemeClr val="tx1"/>
                        </a:solidFill>
                        <a:latin typeface="Grandview Display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676838"/>
                  </a:ext>
                </a:extLst>
              </a:tr>
              <a:tr h="189551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  <a:latin typeface="Grandview Display" panose="020B0502040204020203" pitchFamily="34" charset="0"/>
                        </a:rPr>
                        <a:t>External dimensions (LxWxH) SAE AS36100 K4</a:t>
                      </a:r>
                      <a:endParaRPr lang="en-CH" sz="1100">
                        <a:solidFill>
                          <a:schemeClr val="tx1"/>
                        </a:solidFill>
                        <a:latin typeface="Grandview Display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  <a:latin typeface="Grandview Display" panose="020B0502040204020203" pitchFamily="34" charset="0"/>
                        </a:rPr>
                        <a:t>1’985 x 1’534 x 1’621.5 mm</a:t>
                      </a:r>
                    </a:p>
                    <a:p>
                      <a:pPr lvl="0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Grandview Display"/>
                        </a:rPr>
                        <a:t>(78.1 x 60.3 x 63.8 in)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700919"/>
                  </a:ext>
                </a:extLst>
              </a:tr>
              <a:tr h="189551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  <a:latin typeface="Grandview Display"/>
                        </a:rPr>
                        <a:t>Tare weight</a:t>
                      </a:r>
                      <a:endParaRPr lang="en-CH" sz="1100">
                        <a:solidFill>
                          <a:schemeClr val="tx1"/>
                        </a:solidFill>
                        <a:latin typeface="Grandview Display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  <a:latin typeface="Grandview Display" panose="020B0502040204020203" pitchFamily="34" charset="0"/>
                        </a:rPr>
                        <a:t>390 kg</a:t>
                      </a:r>
                      <a:endParaRPr lang="en-CH" sz="1100">
                        <a:solidFill>
                          <a:schemeClr val="tx1"/>
                        </a:solidFill>
                        <a:latin typeface="Grandview Display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637761"/>
                  </a:ext>
                </a:extLst>
              </a:tr>
              <a:tr h="189551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  <a:latin typeface="Grandview Display" panose="020B0502040204020203" pitchFamily="34" charset="0"/>
                        </a:rPr>
                        <a:t>Maximum load weight</a:t>
                      </a:r>
                      <a:endParaRPr lang="en-CH" sz="1100">
                        <a:solidFill>
                          <a:schemeClr val="tx1"/>
                        </a:solidFill>
                        <a:latin typeface="Grandview Display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  <a:latin typeface="Grandview Display" panose="020B0502040204020203" pitchFamily="34" charset="0"/>
                        </a:rPr>
                        <a:t>1’198 kg</a:t>
                      </a:r>
                      <a:endParaRPr lang="en-CH" sz="1100">
                        <a:solidFill>
                          <a:schemeClr val="tx1"/>
                        </a:solidFill>
                        <a:latin typeface="Grandview Display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408194"/>
                  </a:ext>
                </a:extLst>
              </a:tr>
              <a:tr h="189551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  <a:latin typeface="Grandview Display" panose="020B0502040204020203" pitchFamily="34" charset="0"/>
                        </a:rPr>
                        <a:t>Operational temperature range</a:t>
                      </a:r>
                      <a:endParaRPr lang="en-CH" sz="1100">
                        <a:solidFill>
                          <a:schemeClr val="tx1"/>
                        </a:solidFill>
                        <a:latin typeface="Grandview Display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  <a:latin typeface="Grandview Display" panose="020B0502040204020203" pitchFamily="34" charset="0"/>
                        </a:rPr>
                        <a:t>-20 °C to 45 °C (-4 °F / 113 °F)</a:t>
                      </a:r>
                      <a:endParaRPr lang="en-CH" sz="1100">
                        <a:solidFill>
                          <a:schemeClr val="tx1"/>
                        </a:solidFill>
                        <a:latin typeface="Grandview Display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105579"/>
                  </a:ext>
                </a:extLst>
              </a:tr>
              <a:tr h="189551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  <a:latin typeface="Grandview Display" panose="020B0502040204020203" pitchFamily="34" charset="0"/>
                        </a:rPr>
                        <a:t>Storage temperature range</a:t>
                      </a:r>
                      <a:endParaRPr lang="en-CH" sz="1100">
                        <a:solidFill>
                          <a:schemeClr val="tx1"/>
                        </a:solidFill>
                        <a:latin typeface="Grandview Display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  <a:latin typeface="Grandview Display" panose="020B0502040204020203" pitchFamily="34" charset="0"/>
                        </a:rPr>
                        <a:t>-25 °C to 50 °C (-13 °F to 122 °F)</a:t>
                      </a:r>
                      <a:endParaRPr lang="en-CH" sz="1100">
                        <a:solidFill>
                          <a:schemeClr val="tx1"/>
                        </a:solidFill>
                        <a:latin typeface="Grandview Display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834021"/>
                  </a:ext>
                </a:extLst>
              </a:tr>
            </a:tbl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9379959D-18CD-5CD7-9D76-069C3767A1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3607051"/>
              </p:ext>
            </p:extLst>
          </p:nvPr>
        </p:nvGraphicFramePr>
        <p:xfrm>
          <a:off x="-574675" y="233363"/>
          <a:ext cx="6070600" cy="721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7343640" imgH="8726713" progId="Word.Document.12">
                  <p:embed/>
                </p:oleObj>
              </mc:Choice>
              <mc:Fallback>
                <p:oleObj name="Document" r:id="rId6" imgW="7343640" imgH="8726713" progId="Word.Document.12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9379959D-18CD-5CD7-9D76-069C3767A1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-574675" y="233363"/>
                        <a:ext cx="6070600" cy="7218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AA86545C-6848-6C77-00BC-CED9D8BE11C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90" r="16972"/>
          <a:stretch/>
        </p:blipFill>
        <p:spPr bwMode="auto">
          <a:xfrm>
            <a:off x="8304222" y="2545075"/>
            <a:ext cx="1237749" cy="127705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49DB2AB-3BB5-9402-060B-08EF19CD301F}"/>
              </a:ext>
            </a:extLst>
          </p:cNvPr>
          <p:cNvSpPr/>
          <p:nvPr/>
        </p:nvSpPr>
        <p:spPr>
          <a:xfrm>
            <a:off x="125834" y="138418"/>
            <a:ext cx="9638951" cy="6589554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6BD55E1-D126-5B0D-5936-42754A1204B4}"/>
              </a:ext>
            </a:extLst>
          </p:cNvPr>
          <p:cNvCxnSpPr>
            <a:cxnSpLocks/>
          </p:cNvCxnSpPr>
          <p:nvPr/>
        </p:nvCxnSpPr>
        <p:spPr>
          <a:xfrm>
            <a:off x="5226268" y="134223"/>
            <a:ext cx="0" cy="6589554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3F0320A-698B-D3FB-4C4E-6EBBC53907ED}"/>
              </a:ext>
            </a:extLst>
          </p:cNvPr>
          <p:cNvCxnSpPr>
            <a:cxnSpLocks/>
          </p:cNvCxnSpPr>
          <p:nvPr/>
        </p:nvCxnSpPr>
        <p:spPr>
          <a:xfrm>
            <a:off x="5226268" y="4019262"/>
            <a:ext cx="4538517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039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56409F82277B47BF19BBAF1FC81A8C" ma:contentTypeVersion="17" ma:contentTypeDescription="Create a new document." ma:contentTypeScope="" ma:versionID="54c6082cbe1d87043456e893fc89cffd">
  <xsd:schema xmlns:xsd="http://www.w3.org/2001/XMLSchema" xmlns:xs="http://www.w3.org/2001/XMLSchema" xmlns:p="http://schemas.microsoft.com/office/2006/metadata/properties" xmlns:ns2="99b95008-be42-4e9b-84c7-7c6db6c41f60" xmlns:ns3="737cc62e-d6a0-4735-9ec2-38f03820d27c" targetNamespace="http://schemas.microsoft.com/office/2006/metadata/properties" ma:root="true" ma:fieldsID="55d213a38d2715ff0accaefb823e2adf" ns2:_="" ns3:_="">
    <xsd:import namespace="99b95008-be42-4e9b-84c7-7c6db6c41f60"/>
    <xsd:import namespace="737cc62e-d6a0-4735-9ec2-38f03820d2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b95008-be42-4e9b-84c7-7c6db6c41f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3a3f02e8-333d-4cfe-b061-cac3201f293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7cc62e-d6a0-4735-9ec2-38f03820d27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45b0c3b-f5a8-4d46-b6bd-ef7c8ff7b2fc}" ma:internalName="TaxCatchAll" ma:showField="CatchAllData" ma:web="737cc62e-d6a0-4735-9ec2-38f03820d2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9b95008-be42-4e9b-84c7-7c6db6c41f60">
      <Terms xmlns="http://schemas.microsoft.com/office/infopath/2007/PartnerControls"/>
    </lcf76f155ced4ddcb4097134ff3c332f>
    <TaxCatchAll xmlns="737cc62e-d6a0-4735-9ec2-38f03820d27c" xsi:nil="true"/>
  </documentManagement>
</p:properties>
</file>

<file path=customXml/itemProps1.xml><?xml version="1.0" encoding="utf-8"?>
<ds:datastoreItem xmlns:ds="http://schemas.openxmlformats.org/officeDocument/2006/customXml" ds:itemID="{41B935FE-03DD-473E-AA8E-F2B6EB6FF4EF}">
  <ds:schemaRefs>
    <ds:schemaRef ds:uri="737cc62e-d6a0-4735-9ec2-38f03820d27c"/>
    <ds:schemaRef ds:uri="99b95008-be42-4e9b-84c7-7c6db6c41f6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EA983D9-7850-4ED7-BA34-AD08599BCF8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843FD3-CF68-4E79-BA50-8CCAB01F697B}">
  <ds:schemaRefs>
    <ds:schemaRef ds:uri="737cc62e-d6a0-4735-9ec2-38f03820d27c"/>
    <ds:schemaRef ds:uri="99b95008-be42-4e9b-84c7-7c6db6c41f6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13</TotalTime>
  <Words>441</Words>
  <Application>Microsoft Office PowerPoint</Application>
  <PresentationFormat>A4 Paper (210x297 mm)</PresentationFormat>
  <Paragraphs>88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Grandview Display</vt:lpstr>
      <vt:lpstr>Symbol</vt:lpstr>
      <vt:lpstr>Office Theme</vt:lpstr>
      <vt:lpstr>Document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Alexis Gervaix</dc:creator>
  <cp:lastModifiedBy>Maxime Kohler</cp:lastModifiedBy>
  <cp:revision>1</cp:revision>
  <cp:lastPrinted>2023-04-04T14:59:37Z</cp:lastPrinted>
  <dcterms:created xsi:type="dcterms:W3CDTF">2023-03-30T13:15:38Z</dcterms:created>
  <dcterms:modified xsi:type="dcterms:W3CDTF">2023-08-14T15:02:59Z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0x0101004656409F82277B47BF19BBAF1FC81A8C</vt:lpwstr>
  </property>
  <property fmtid="{D5CDD505-2E9C-101B-9397-08002B2CF9AE}" pid="3" name="MediaServiceImageTags">
    <vt:lpwstr/>
  </property>
</Properties>
</file>